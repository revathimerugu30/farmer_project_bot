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9"/>
  </p:notesMasterIdLst>
  <p:sldIdLst>
    <p:sldId id="283" r:id="rId2"/>
    <p:sldId id="257" r:id="rId3"/>
    <p:sldId id="282" r:id="rId4"/>
    <p:sldId id="285" r:id="rId5"/>
    <p:sldId id="278" r:id="rId6"/>
    <p:sldId id="281" r:id="rId7"/>
    <p:sldId id="279" r:id="rId8"/>
    <p:sldId id="291" r:id="rId9"/>
    <p:sldId id="295" r:id="rId10"/>
    <p:sldId id="298" r:id="rId11"/>
    <p:sldId id="296" r:id="rId12"/>
    <p:sldId id="299" r:id="rId13"/>
    <p:sldId id="303" r:id="rId14"/>
    <p:sldId id="300" r:id="rId15"/>
    <p:sldId id="301" r:id="rId16"/>
    <p:sldId id="302" r:id="rId17"/>
    <p:sldId id="304" r:id="rId18"/>
    <p:sldId id="297" r:id="rId19"/>
    <p:sldId id="262" r:id="rId20"/>
    <p:sldId id="264" r:id="rId21"/>
    <p:sldId id="286" r:id="rId22"/>
    <p:sldId id="287" r:id="rId23"/>
    <p:sldId id="280" r:id="rId24"/>
    <p:sldId id="288" r:id="rId25"/>
    <p:sldId id="289" r:id="rId26"/>
    <p:sldId id="294" r:id="rId27"/>
    <p:sldId id="276"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0"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customschemas.google.com/relationships/presentationmetadata" Target="metadata"/><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havani malyala" userId="51e3876149adf7d4" providerId="LiveId" clId="{6AB3DA55-7D63-4125-82AA-BAE7AECE3801}"/>
    <pc:docChg chg="undo redo custSel addSld delSld modSld">
      <pc:chgData name="bhavani malyala" userId="51e3876149adf7d4" providerId="LiveId" clId="{6AB3DA55-7D63-4125-82AA-BAE7AECE3801}" dt="2026-07-04T08:23:03.279" v="743" actId="47"/>
      <pc:docMkLst>
        <pc:docMk/>
      </pc:docMkLst>
      <pc:sldChg chg="addSp delSp modSp mod">
        <pc:chgData name="bhavani malyala" userId="51e3876149adf7d4" providerId="LiveId" clId="{6AB3DA55-7D63-4125-82AA-BAE7AECE3801}" dt="2026-07-04T05:36:22.833" v="704"/>
        <pc:sldMkLst>
          <pc:docMk/>
          <pc:sldMk cId="0" sldId="257"/>
        </pc:sldMkLst>
        <pc:spChg chg="mod">
          <ac:chgData name="bhavani malyala" userId="51e3876149adf7d4" providerId="LiveId" clId="{6AB3DA55-7D63-4125-82AA-BAE7AECE3801}" dt="2026-07-04T05:36:22.833" v="704"/>
          <ac:spMkLst>
            <pc:docMk/>
            <pc:sldMk cId="0" sldId="257"/>
            <ac:spMk id="4" creationId="{A828B9EF-C084-F5D4-CA27-75AF7D995640}"/>
          </ac:spMkLst>
        </pc:spChg>
        <pc:spChg chg="add del mod">
          <ac:chgData name="bhavani malyala" userId="51e3876149adf7d4" providerId="LiveId" clId="{6AB3DA55-7D63-4125-82AA-BAE7AECE3801}" dt="2026-07-04T05:34:45.639" v="688"/>
          <ac:spMkLst>
            <pc:docMk/>
            <pc:sldMk cId="0" sldId="257"/>
            <ac:spMk id="7" creationId="{3D723CA3-EC2D-165A-F109-3759C4E9C8A4}"/>
          </ac:spMkLst>
        </pc:spChg>
        <pc:graphicFrameChg chg="modGraphic">
          <ac:chgData name="bhavani malyala" userId="51e3876149adf7d4" providerId="LiveId" clId="{6AB3DA55-7D63-4125-82AA-BAE7AECE3801}" dt="2026-07-04T01:19:57.393" v="105" actId="20577"/>
          <ac:graphicFrameMkLst>
            <pc:docMk/>
            <pc:sldMk cId="0" sldId="257"/>
            <ac:graphicFrameMk id="96" creationId="{00000000-0000-0000-0000-000000000000}"/>
          </ac:graphicFrameMkLst>
        </pc:graphicFrameChg>
        <pc:picChg chg="add mod">
          <ac:chgData name="bhavani malyala" userId="51e3876149adf7d4" providerId="LiveId" clId="{6AB3DA55-7D63-4125-82AA-BAE7AECE3801}" dt="2026-07-04T01:19:21.702" v="37" actId="14100"/>
          <ac:picMkLst>
            <pc:docMk/>
            <pc:sldMk cId="0" sldId="257"/>
            <ac:picMk id="5" creationId="{82E6E7D3-6812-82F3-A0F1-DE2E3BA9A4F5}"/>
          </ac:picMkLst>
        </pc:picChg>
        <pc:picChg chg="del">
          <ac:chgData name="bhavani malyala" userId="51e3876149adf7d4" providerId="LiveId" clId="{6AB3DA55-7D63-4125-82AA-BAE7AECE3801}" dt="2026-07-04T01:18:37.811" v="29" actId="478"/>
          <ac:picMkLst>
            <pc:docMk/>
            <pc:sldMk cId="0" sldId="257"/>
            <ac:picMk id="98" creationId="{00000000-0000-0000-0000-000000000000}"/>
          </ac:picMkLst>
        </pc:picChg>
      </pc:sldChg>
      <pc:sldChg chg="addSp delSp modSp mod">
        <pc:chgData name="bhavani malyala" userId="51e3876149adf7d4" providerId="LiveId" clId="{6AB3DA55-7D63-4125-82AA-BAE7AECE3801}" dt="2026-07-04T04:17:22.303" v="503" actId="14100"/>
        <pc:sldMkLst>
          <pc:docMk/>
          <pc:sldMk cId="0" sldId="262"/>
        </pc:sldMkLst>
        <pc:spChg chg="add del mod">
          <ac:chgData name="bhavani malyala" userId="51e3876149adf7d4" providerId="LiveId" clId="{6AB3DA55-7D63-4125-82AA-BAE7AECE3801}" dt="2026-07-04T04:17:03.626" v="500" actId="22"/>
          <ac:spMkLst>
            <pc:docMk/>
            <pc:sldMk cId="0" sldId="262"/>
            <ac:spMk id="4" creationId="{2C0C8041-6BFC-AF86-1F9C-94756CC5FE96}"/>
          </ac:spMkLst>
        </pc:spChg>
        <pc:picChg chg="add mod">
          <ac:chgData name="bhavani malyala" userId="51e3876149adf7d4" providerId="LiveId" clId="{6AB3DA55-7D63-4125-82AA-BAE7AECE3801}" dt="2026-07-04T04:17:22.303" v="503" actId="14100"/>
          <ac:picMkLst>
            <pc:docMk/>
            <pc:sldMk cId="0" sldId="262"/>
            <ac:picMk id="6" creationId="{3DBCACB8-C48B-9E18-F04F-655B36092DAE}"/>
          </ac:picMkLst>
        </pc:picChg>
      </pc:sldChg>
      <pc:sldChg chg="modSp mod">
        <pc:chgData name="bhavani malyala" userId="51e3876149adf7d4" providerId="LiveId" clId="{6AB3DA55-7D63-4125-82AA-BAE7AECE3801}" dt="2026-07-04T05:18:37.217" v="607" actId="20577"/>
        <pc:sldMkLst>
          <pc:docMk/>
          <pc:sldMk cId="0" sldId="264"/>
        </pc:sldMkLst>
        <pc:spChg chg="mod">
          <ac:chgData name="bhavani malyala" userId="51e3876149adf7d4" providerId="LiveId" clId="{6AB3DA55-7D63-4125-82AA-BAE7AECE3801}" dt="2026-07-04T05:18:37.217" v="607" actId="20577"/>
          <ac:spMkLst>
            <pc:docMk/>
            <pc:sldMk cId="0" sldId="264"/>
            <ac:spMk id="3" creationId="{322462E8-EB3A-DA7D-44CB-4E757803A755}"/>
          </ac:spMkLst>
        </pc:spChg>
      </pc:sldChg>
      <pc:sldChg chg="modSp mod">
        <pc:chgData name="bhavani malyala" userId="51e3876149adf7d4" providerId="LiveId" clId="{6AB3DA55-7D63-4125-82AA-BAE7AECE3801}" dt="2026-07-04T05:39:29.427" v="706" actId="1035"/>
        <pc:sldMkLst>
          <pc:docMk/>
          <pc:sldMk cId="0" sldId="276"/>
        </pc:sldMkLst>
        <pc:picChg chg="mod">
          <ac:chgData name="bhavani malyala" userId="51e3876149adf7d4" providerId="LiveId" clId="{6AB3DA55-7D63-4125-82AA-BAE7AECE3801}" dt="2026-07-04T05:39:29.427" v="706" actId="1035"/>
          <ac:picMkLst>
            <pc:docMk/>
            <pc:sldMk cId="0" sldId="276"/>
            <ac:picMk id="310" creationId="{00000000-0000-0000-0000-000000000000}"/>
          </ac:picMkLst>
        </pc:picChg>
      </pc:sldChg>
      <pc:sldChg chg="del">
        <pc:chgData name="bhavani malyala" userId="51e3876149adf7d4" providerId="LiveId" clId="{6AB3DA55-7D63-4125-82AA-BAE7AECE3801}" dt="2026-07-04T04:19:33.630" v="507" actId="47"/>
        <pc:sldMkLst>
          <pc:docMk/>
          <pc:sldMk cId="2115484872" sldId="277"/>
        </pc:sldMkLst>
      </pc:sldChg>
      <pc:sldChg chg="modSp mod">
        <pc:chgData name="bhavani malyala" userId="51e3876149adf7d4" providerId="LiveId" clId="{6AB3DA55-7D63-4125-82AA-BAE7AECE3801}" dt="2026-07-04T01:50:53.469" v="388" actId="255"/>
        <pc:sldMkLst>
          <pc:docMk/>
          <pc:sldMk cId="3764405840" sldId="278"/>
        </pc:sldMkLst>
        <pc:spChg chg="mod">
          <ac:chgData name="bhavani malyala" userId="51e3876149adf7d4" providerId="LiveId" clId="{6AB3DA55-7D63-4125-82AA-BAE7AECE3801}" dt="2026-07-04T01:50:53.469" v="388" actId="255"/>
          <ac:spMkLst>
            <pc:docMk/>
            <pc:sldMk cId="3764405840" sldId="278"/>
            <ac:spMk id="3" creationId="{4A7608B5-9906-EFCF-959A-E89FC2E3EE19}"/>
          </ac:spMkLst>
        </pc:spChg>
      </pc:sldChg>
      <pc:sldChg chg="addSp delSp modSp mod">
        <pc:chgData name="bhavani malyala" userId="51e3876149adf7d4" providerId="LiveId" clId="{6AB3DA55-7D63-4125-82AA-BAE7AECE3801}" dt="2026-07-04T01:57:21.141" v="401" actId="14100"/>
        <pc:sldMkLst>
          <pc:docMk/>
          <pc:sldMk cId="2772501912" sldId="279"/>
        </pc:sldMkLst>
        <pc:picChg chg="del">
          <ac:chgData name="bhavani malyala" userId="51e3876149adf7d4" providerId="LiveId" clId="{6AB3DA55-7D63-4125-82AA-BAE7AECE3801}" dt="2026-07-04T01:55:24.002" v="395" actId="478"/>
          <ac:picMkLst>
            <pc:docMk/>
            <pc:sldMk cId="2772501912" sldId="279"/>
            <ac:picMk id="4" creationId="{C3B5EA6B-079D-90F5-9451-03973EF67544}"/>
          </ac:picMkLst>
        </pc:picChg>
        <pc:picChg chg="add mod">
          <ac:chgData name="bhavani malyala" userId="51e3876149adf7d4" providerId="LiveId" clId="{6AB3DA55-7D63-4125-82AA-BAE7AECE3801}" dt="2026-07-04T01:57:21.141" v="401" actId="14100"/>
          <ac:picMkLst>
            <pc:docMk/>
            <pc:sldMk cId="2772501912" sldId="279"/>
            <ac:picMk id="5" creationId="{81B7C725-6FF9-1114-1B26-4EE359FB011C}"/>
          </ac:picMkLst>
        </pc:picChg>
      </pc:sldChg>
      <pc:sldChg chg="addSp modSp mod">
        <pc:chgData name="bhavani malyala" userId="51e3876149adf7d4" providerId="LiveId" clId="{6AB3DA55-7D63-4125-82AA-BAE7AECE3801}" dt="2026-07-04T04:37:44.311" v="534" actId="255"/>
        <pc:sldMkLst>
          <pc:docMk/>
          <pc:sldMk cId="2136706720" sldId="280"/>
        </pc:sldMkLst>
        <pc:spChg chg="add mod">
          <ac:chgData name="bhavani malyala" userId="51e3876149adf7d4" providerId="LiveId" clId="{6AB3DA55-7D63-4125-82AA-BAE7AECE3801}" dt="2026-07-04T04:37:44.311" v="534" actId="255"/>
          <ac:spMkLst>
            <pc:docMk/>
            <pc:sldMk cId="2136706720" sldId="280"/>
            <ac:spMk id="3" creationId="{76C399AE-CB8B-946D-65A4-1C82BCA66C05}"/>
          </ac:spMkLst>
        </pc:spChg>
        <pc:spChg chg="mod">
          <ac:chgData name="bhavani malyala" userId="51e3876149adf7d4" providerId="LiveId" clId="{6AB3DA55-7D63-4125-82AA-BAE7AECE3801}" dt="2026-07-04T04:37:04.048" v="533" actId="20577"/>
          <ac:spMkLst>
            <pc:docMk/>
            <pc:sldMk cId="2136706720" sldId="280"/>
            <ac:spMk id="278" creationId="{0668C6FD-577A-7288-5642-1AFC22BD04F2}"/>
          </ac:spMkLst>
        </pc:spChg>
      </pc:sldChg>
      <pc:sldChg chg="addSp delSp modSp mod">
        <pc:chgData name="bhavani malyala" userId="51e3876149adf7d4" providerId="LiveId" clId="{6AB3DA55-7D63-4125-82AA-BAE7AECE3801}" dt="2026-07-04T01:55:08.670" v="394" actId="14100"/>
        <pc:sldMkLst>
          <pc:docMk/>
          <pc:sldMk cId="328526394" sldId="281"/>
        </pc:sldMkLst>
        <pc:picChg chg="del">
          <ac:chgData name="bhavani malyala" userId="51e3876149adf7d4" providerId="LiveId" clId="{6AB3DA55-7D63-4125-82AA-BAE7AECE3801}" dt="2026-07-04T01:54:37.289" v="389" actId="478"/>
          <ac:picMkLst>
            <pc:docMk/>
            <pc:sldMk cId="328526394" sldId="281"/>
            <ac:picMk id="4" creationId="{E4385B61-208B-DFE5-5F71-9FF92F5C519B}"/>
          </ac:picMkLst>
        </pc:picChg>
        <pc:picChg chg="add mod">
          <ac:chgData name="bhavani malyala" userId="51e3876149adf7d4" providerId="LiveId" clId="{6AB3DA55-7D63-4125-82AA-BAE7AECE3801}" dt="2026-07-04T01:55:08.670" v="394" actId="14100"/>
          <ac:picMkLst>
            <pc:docMk/>
            <pc:sldMk cId="328526394" sldId="281"/>
            <ac:picMk id="5" creationId="{D84C9727-F7CB-8142-B8A7-FED11D9BAE17}"/>
          </ac:picMkLst>
        </pc:picChg>
      </pc:sldChg>
      <pc:sldChg chg="modSp mod">
        <pc:chgData name="bhavani malyala" userId="51e3876149adf7d4" providerId="LiveId" clId="{6AB3DA55-7D63-4125-82AA-BAE7AECE3801}" dt="2026-07-04T05:16:50.669" v="580" actId="14100"/>
        <pc:sldMkLst>
          <pc:docMk/>
          <pc:sldMk cId="2952584201" sldId="282"/>
        </pc:sldMkLst>
        <pc:spChg chg="mod">
          <ac:chgData name="bhavani malyala" userId="51e3876149adf7d4" providerId="LiveId" clId="{6AB3DA55-7D63-4125-82AA-BAE7AECE3801}" dt="2026-07-04T05:16:50.669" v="580" actId="14100"/>
          <ac:spMkLst>
            <pc:docMk/>
            <pc:sldMk cId="2952584201" sldId="282"/>
            <ac:spMk id="2" creationId="{C6F6745E-14BA-0766-CE1E-32E29663832D}"/>
          </ac:spMkLst>
        </pc:spChg>
        <pc:spChg chg="mod">
          <ac:chgData name="bhavani malyala" userId="51e3876149adf7d4" providerId="LiveId" clId="{6AB3DA55-7D63-4125-82AA-BAE7AECE3801}" dt="2026-07-04T01:21:41.785" v="110" actId="14100"/>
          <ac:spMkLst>
            <pc:docMk/>
            <pc:sldMk cId="2952584201" sldId="282"/>
            <ac:spMk id="3" creationId="{3847FA31-EA47-D27A-9D69-AF50A3080AEC}"/>
          </ac:spMkLst>
        </pc:spChg>
      </pc:sldChg>
      <pc:sldChg chg="modSp mod">
        <pc:chgData name="bhavani malyala" userId="51e3876149adf7d4" providerId="LiveId" clId="{6AB3DA55-7D63-4125-82AA-BAE7AECE3801}" dt="2026-07-04T05:37:36.664" v="705" actId="255"/>
        <pc:sldMkLst>
          <pc:docMk/>
          <pc:sldMk cId="2290294991" sldId="285"/>
        </pc:sldMkLst>
        <pc:spChg chg="mod">
          <ac:chgData name="bhavani malyala" userId="51e3876149adf7d4" providerId="LiveId" clId="{6AB3DA55-7D63-4125-82AA-BAE7AECE3801}" dt="2026-07-04T05:37:36.664" v="705" actId="255"/>
          <ac:spMkLst>
            <pc:docMk/>
            <pc:sldMk cId="2290294991" sldId="285"/>
            <ac:spMk id="2" creationId="{4A1BF701-ABCA-4DF0-8330-B6AF71EF8E39}"/>
          </ac:spMkLst>
        </pc:spChg>
        <pc:spChg chg="mod">
          <ac:chgData name="bhavani malyala" userId="51e3876149adf7d4" providerId="LiveId" clId="{6AB3DA55-7D63-4125-82AA-BAE7AECE3801}" dt="2026-07-04T05:37:36.664" v="705" actId="255"/>
          <ac:spMkLst>
            <pc:docMk/>
            <pc:sldMk cId="2290294991" sldId="285"/>
            <ac:spMk id="3" creationId="{527F30CC-07EF-8FCC-DA00-C9212F5DAECE}"/>
          </ac:spMkLst>
        </pc:spChg>
      </pc:sldChg>
      <pc:sldChg chg="modSp mod">
        <pc:chgData name="bhavani malyala" userId="51e3876149adf7d4" providerId="LiveId" clId="{6AB3DA55-7D63-4125-82AA-BAE7AECE3801}" dt="2026-07-04T05:33:40.473" v="666" actId="113"/>
        <pc:sldMkLst>
          <pc:docMk/>
          <pc:sldMk cId="917964102" sldId="286"/>
        </pc:sldMkLst>
        <pc:spChg chg="mod">
          <ac:chgData name="bhavani malyala" userId="51e3876149adf7d4" providerId="LiveId" clId="{6AB3DA55-7D63-4125-82AA-BAE7AECE3801}" dt="2026-07-04T05:33:40.473" v="666" actId="113"/>
          <ac:spMkLst>
            <pc:docMk/>
            <pc:sldMk cId="917964102" sldId="286"/>
            <ac:spMk id="3" creationId="{ED65F54F-855A-0DB6-09A6-3212C5F7405B}"/>
          </ac:spMkLst>
        </pc:spChg>
      </pc:sldChg>
      <pc:sldChg chg="delSp modSp mod">
        <pc:chgData name="bhavani malyala" userId="51e3876149adf7d4" providerId="LiveId" clId="{6AB3DA55-7D63-4125-82AA-BAE7AECE3801}" dt="2026-07-04T04:58:46.943" v="564" actId="20577"/>
        <pc:sldMkLst>
          <pc:docMk/>
          <pc:sldMk cId="2605851928" sldId="287"/>
        </pc:sldMkLst>
        <pc:spChg chg="mod">
          <ac:chgData name="bhavani malyala" userId="51e3876149adf7d4" providerId="LiveId" clId="{6AB3DA55-7D63-4125-82AA-BAE7AECE3801}" dt="2026-07-04T04:58:46.943" v="564" actId="20577"/>
          <ac:spMkLst>
            <pc:docMk/>
            <pc:sldMk cId="2605851928" sldId="287"/>
            <ac:spMk id="2" creationId="{1810CD56-B441-0C05-CADF-4C9A7439C3CC}"/>
          </ac:spMkLst>
        </pc:spChg>
        <pc:spChg chg="mod">
          <ac:chgData name="bhavani malyala" userId="51e3876149adf7d4" providerId="LiveId" clId="{6AB3DA55-7D63-4125-82AA-BAE7AECE3801}" dt="2026-07-04T04:33:46.865" v="518" actId="20577"/>
          <ac:spMkLst>
            <pc:docMk/>
            <pc:sldMk cId="2605851928" sldId="287"/>
            <ac:spMk id="278" creationId="{187EEB9C-2E84-113A-3CE6-1507BF5B039F}"/>
          </ac:spMkLst>
        </pc:spChg>
        <pc:spChg chg="mod">
          <ac:chgData name="bhavani malyala" userId="51e3876149adf7d4" providerId="LiveId" clId="{6AB3DA55-7D63-4125-82AA-BAE7AECE3801}" dt="2026-07-04T04:33:41.859" v="516" actId="14100"/>
          <ac:spMkLst>
            <pc:docMk/>
            <pc:sldMk cId="2605851928" sldId="287"/>
            <ac:spMk id="279" creationId="{3711AF54-94A6-B837-31EF-9A8C4ECB9AF6}"/>
          </ac:spMkLst>
        </pc:spChg>
        <pc:spChg chg="del">
          <ac:chgData name="bhavani malyala" userId="51e3876149adf7d4" providerId="LiveId" clId="{6AB3DA55-7D63-4125-82AA-BAE7AECE3801}" dt="2026-07-04T04:20:36.497" v="508" actId="478"/>
          <ac:spMkLst>
            <pc:docMk/>
            <pc:sldMk cId="2605851928" sldId="287"/>
            <ac:spMk id="280" creationId="{E228982D-BF81-530A-CBA1-E897A3CA8EF7}"/>
          </ac:spMkLst>
        </pc:spChg>
      </pc:sldChg>
      <pc:sldChg chg="addSp modSp mod">
        <pc:chgData name="bhavani malyala" userId="51e3876149adf7d4" providerId="LiveId" clId="{6AB3DA55-7D63-4125-82AA-BAE7AECE3801}" dt="2026-07-04T04:40:13.252" v="540" actId="1036"/>
        <pc:sldMkLst>
          <pc:docMk/>
          <pc:sldMk cId="1229047658" sldId="288"/>
        </pc:sldMkLst>
        <pc:picChg chg="add mod">
          <ac:chgData name="bhavani malyala" userId="51e3876149adf7d4" providerId="LiveId" clId="{6AB3DA55-7D63-4125-82AA-BAE7AECE3801}" dt="2026-07-04T04:40:13.252" v="540" actId="1036"/>
          <ac:picMkLst>
            <pc:docMk/>
            <pc:sldMk cId="1229047658" sldId="288"/>
            <ac:picMk id="4" creationId="{270A7888-238B-D9E7-94A6-A889CBF1F804}"/>
          </ac:picMkLst>
        </pc:picChg>
      </pc:sldChg>
      <pc:sldChg chg="addSp delSp modSp mod">
        <pc:chgData name="bhavani malyala" userId="51e3876149adf7d4" providerId="LiveId" clId="{6AB3DA55-7D63-4125-82AA-BAE7AECE3801}" dt="2026-07-04T04:47:12.811" v="553" actId="14100"/>
        <pc:sldMkLst>
          <pc:docMk/>
          <pc:sldMk cId="2506610743" sldId="289"/>
        </pc:sldMkLst>
        <pc:graphicFrameChg chg="add del mod">
          <ac:chgData name="bhavani malyala" userId="51e3876149adf7d4" providerId="LiveId" clId="{6AB3DA55-7D63-4125-82AA-BAE7AECE3801}" dt="2026-07-04T04:41:58.096" v="544" actId="478"/>
          <ac:graphicFrameMkLst>
            <pc:docMk/>
            <pc:sldMk cId="2506610743" sldId="289"/>
            <ac:graphicFrameMk id="2" creationId="{416FE6AE-DB26-5C9C-B61B-72AF6B64D1D7}"/>
          </ac:graphicFrameMkLst>
        </pc:graphicFrameChg>
        <pc:graphicFrameChg chg="add del mod">
          <ac:chgData name="bhavani malyala" userId="51e3876149adf7d4" providerId="LiveId" clId="{6AB3DA55-7D63-4125-82AA-BAE7AECE3801}" dt="2026-07-04T04:47:03.239" v="549" actId="478"/>
          <ac:graphicFrameMkLst>
            <pc:docMk/>
            <pc:sldMk cId="2506610743" sldId="289"/>
            <ac:graphicFrameMk id="3" creationId="{6EFADBB4-B758-EF3C-9B53-6D98F144AA6E}"/>
          </ac:graphicFrameMkLst>
        </pc:graphicFrameChg>
        <pc:picChg chg="add mod">
          <ac:chgData name="bhavani malyala" userId="51e3876149adf7d4" providerId="LiveId" clId="{6AB3DA55-7D63-4125-82AA-BAE7AECE3801}" dt="2026-07-04T04:47:12.811" v="553" actId="14100"/>
          <ac:picMkLst>
            <pc:docMk/>
            <pc:sldMk cId="2506610743" sldId="289"/>
            <ac:picMk id="7" creationId="{EA8EAF8B-7251-8F95-608E-14030F4BFE55}"/>
          </ac:picMkLst>
        </pc:picChg>
      </pc:sldChg>
      <pc:sldChg chg="addSp delSp modSp mod">
        <pc:chgData name="bhavani malyala" userId="51e3876149adf7d4" providerId="LiveId" clId="{6AB3DA55-7D63-4125-82AA-BAE7AECE3801}" dt="2026-07-04T02:02:51.041" v="443" actId="14100"/>
        <pc:sldMkLst>
          <pc:docMk/>
          <pc:sldMk cId="232371894" sldId="291"/>
        </pc:sldMkLst>
        <pc:spChg chg="mod">
          <ac:chgData name="bhavani malyala" userId="51e3876149adf7d4" providerId="LiveId" clId="{6AB3DA55-7D63-4125-82AA-BAE7AECE3801}" dt="2026-07-04T02:02:21.222" v="441" actId="14100"/>
          <ac:spMkLst>
            <pc:docMk/>
            <pc:sldMk cId="232371894" sldId="291"/>
            <ac:spMk id="4" creationId="{74C30735-DCD8-D068-4573-45847F567EB0}"/>
          </ac:spMkLst>
        </pc:spChg>
        <pc:picChg chg="del">
          <ac:chgData name="bhavani malyala" userId="51e3876149adf7d4" providerId="LiveId" clId="{6AB3DA55-7D63-4125-82AA-BAE7AECE3801}" dt="2026-07-04T01:57:32.298" v="402" actId="478"/>
          <ac:picMkLst>
            <pc:docMk/>
            <pc:sldMk cId="232371894" sldId="291"/>
            <ac:picMk id="3" creationId="{B8395D9F-E105-422F-5B69-FAFFF06B0115}"/>
          </ac:picMkLst>
        </pc:picChg>
        <pc:picChg chg="add mod">
          <ac:chgData name="bhavani malyala" userId="51e3876149adf7d4" providerId="LiveId" clId="{6AB3DA55-7D63-4125-82AA-BAE7AECE3801}" dt="2026-07-04T02:02:51.041" v="443" actId="14100"/>
          <ac:picMkLst>
            <pc:docMk/>
            <pc:sldMk cId="232371894" sldId="291"/>
            <ac:picMk id="5" creationId="{7790C607-9C5F-DC65-CB9B-2F2F3F25EEE9}"/>
          </ac:picMkLst>
        </pc:picChg>
      </pc:sldChg>
      <pc:sldChg chg="addSp modSp mod">
        <pc:chgData name="bhavani malyala" userId="51e3876149adf7d4" providerId="LiveId" clId="{6AB3DA55-7D63-4125-82AA-BAE7AECE3801}" dt="2026-07-04T04:48:12.336" v="559" actId="14100"/>
        <pc:sldMkLst>
          <pc:docMk/>
          <pc:sldMk cId="794991875" sldId="294"/>
        </pc:sldMkLst>
        <pc:spChg chg="mod">
          <ac:chgData name="bhavani malyala" userId="51e3876149adf7d4" providerId="LiveId" clId="{6AB3DA55-7D63-4125-82AA-BAE7AECE3801}" dt="2026-07-04T04:47:23.871" v="555" actId="14100"/>
          <ac:spMkLst>
            <pc:docMk/>
            <pc:sldMk cId="794991875" sldId="294"/>
            <ac:spMk id="2" creationId="{886F15AE-F237-840F-302E-8109422FCE2B}"/>
          </ac:spMkLst>
        </pc:spChg>
        <pc:picChg chg="add mod">
          <ac:chgData name="bhavani malyala" userId="51e3876149adf7d4" providerId="LiveId" clId="{6AB3DA55-7D63-4125-82AA-BAE7AECE3801}" dt="2026-07-04T04:48:12.336" v="559" actId="14100"/>
          <ac:picMkLst>
            <pc:docMk/>
            <pc:sldMk cId="794991875" sldId="294"/>
            <ac:picMk id="5" creationId="{C8B21B97-BD55-BDB5-B81E-CF8AB90D5A44}"/>
          </ac:picMkLst>
        </pc:picChg>
      </pc:sldChg>
      <pc:sldChg chg="addSp delSp modSp mod">
        <pc:chgData name="bhavani malyala" userId="51e3876149adf7d4" providerId="LiveId" clId="{6AB3DA55-7D63-4125-82AA-BAE7AECE3801}" dt="2026-07-04T02:03:33.527" v="448" actId="14100"/>
        <pc:sldMkLst>
          <pc:docMk/>
          <pc:sldMk cId="3610627408" sldId="295"/>
        </pc:sldMkLst>
        <pc:spChg chg="mod">
          <ac:chgData name="bhavani malyala" userId="51e3876149adf7d4" providerId="LiveId" clId="{6AB3DA55-7D63-4125-82AA-BAE7AECE3801}" dt="2026-07-04T02:03:14.885" v="446"/>
          <ac:spMkLst>
            <pc:docMk/>
            <pc:sldMk cId="3610627408" sldId="295"/>
            <ac:spMk id="7" creationId="{E0F8B1FC-4C60-2920-99AA-310D03D266AB}"/>
          </ac:spMkLst>
        </pc:spChg>
        <pc:picChg chg="del">
          <ac:chgData name="bhavani malyala" userId="51e3876149adf7d4" providerId="LiveId" clId="{6AB3DA55-7D63-4125-82AA-BAE7AECE3801}" dt="2026-07-04T01:59:18.429" v="410" actId="478"/>
          <ac:picMkLst>
            <pc:docMk/>
            <pc:sldMk cId="3610627408" sldId="295"/>
            <ac:picMk id="5" creationId="{5B7DDB3D-4505-1953-587D-E423750CFCDE}"/>
          </ac:picMkLst>
        </pc:picChg>
        <pc:picChg chg="add mod">
          <ac:chgData name="bhavani malyala" userId="51e3876149adf7d4" providerId="LiveId" clId="{6AB3DA55-7D63-4125-82AA-BAE7AECE3801}" dt="2026-07-04T02:03:33.527" v="448" actId="14100"/>
          <ac:picMkLst>
            <pc:docMk/>
            <pc:sldMk cId="3610627408" sldId="295"/>
            <ac:picMk id="6" creationId="{F8BB99A1-822A-0C66-7B64-EE92D8910599}"/>
          </ac:picMkLst>
        </pc:picChg>
      </pc:sldChg>
      <pc:sldChg chg="addSp delSp modSp mod">
        <pc:chgData name="bhavani malyala" userId="51e3876149adf7d4" providerId="LiveId" clId="{6AB3DA55-7D63-4125-82AA-BAE7AECE3801}" dt="2026-07-04T02:09:45.057" v="491" actId="14100"/>
        <pc:sldMkLst>
          <pc:docMk/>
          <pc:sldMk cId="582548906" sldId="296"/>
        </pc:sldMkLst>
        <pc:spChg chg="mod">
          <ac:chgData name="bhavani malyala" userId="51e3876149adf7d4" providerId="LiveId" clId="{6AB3DA55-7D63-4125-82AA-BAE7AECE3801}" dt="2026-07-04T02:04:26.361" v="467" actId="20577"/>
          <ac:spMkLst>
            <pc:docMk/>
            <pc:sldMk cId="582548906" sldId="296"/>
            <ac:spMk id="7" creationId="{69624159-85DE-41BE-B9B3-FC7A5B7A2FF7}"/>
          </ac:spMkLst>
        </pc:spChg>
        <pc:picChg chg="del mod">
          <ac:chgData name="bhavani malyala" userId="51e3876149adf7d4" providerId="LiveId" clId="{6AB3DA55-7D63-4125-82AA-BAE7AECE3801}" dt="2026-07-04T02:03:51.763" v="450" actId="478"/>
          <ac:picMkLst>
            <pc:docMk/>
            <pc:sldMk cId="582548906" sldId="296"/>
            <ac:picMk id="5" creationId="{CD04B3D1-063E-EC46-3053-F9DFB0AD7AFC}"/>
          </ac:picMkLst>
        </pc:picChg>
        <pc:picChg chg="add del mod">
          <ac:chgData name="bhavani malyala" userId="51e3876149adf7d4" providerId="LiveId" clId="{6AB3DA55-7D63-4125-82AA-BAE7AECE3801}" dt="2026-07-04T02:09:34.550" v="487" actId="478"/>
          <ac:picMkLst>
            <pc:docMk/>
            <pc:sldMk cId="582548906" sldId="296"/>
            <ac:picMk id="6" creationId="{7F6508C7-8238-B411-971B-BEE10FD1579D}"/>
          </ac:picMkLst>
        </pc:picChg>
        <pc:picChg chg="add mod">
          <ac:chgData name="bhavani malyala" userId="51e3876149adf7d4" providerId="LiveId" clId="{6AB3DA55-7D63-4125-82AA-BAE7AECE3801}" dt="2026-07-04T02:09:45.057" v="491" actId="14100"/>
          <ac:picMkLst>
            <pc:docMk/>
            <pc:sldMk cId="582548906" sldId="296"/>
            <ac:picMk id="9" creationId="{13DF8A64-9394-7176-8DA5-B5A3B2FDA38C}"/>
          </ac:picMkLst>
        </pc:picChg>
      </pc:sldChg>
      <pc:sldChg chg="addSp delSp modSp mod">
        <pc:chgData name="bhavani malyala" userId="51e3876149adf7d4" providerId="LiveId" clId="{6AB3DA55-7D63-4125-82AA-BAE7AECE3801}" dt="2026-07-04T05:18:18.667" v="602" actId="20577"/>
        <pc:sldMkLst>
          <pc:docMk/>
          <pc:sldMk cId="424068232" sldId="297"/>
        </pc:sldMkLst>
        <pc:spChg chg="mod">
          <ac:chgData name="bhavani malyala" userId="51e3876149adf7d4" providerId="LiveId" clId="{6AB3DA55-7D63-4125-82AA-BAE7AECE3801}" dt="2026-07-04T05:18:18.667" v="602" actId="20577"/>
          <ac:spMkLst>
            <pc:docMk/>
            <pc:sldMk cId="424068232" sldId="297"/>
            <ac:spMk id="7" creationId="{A2449F49-ECFE-B540-CBFF-8A3F26BD2143}"/>
          </ac:spMkLst>
        </pc:spChg>
        <pc:picChg chg="del">
          <ac:chgData name="bhavani malyala" userId="51e3876149adf7d4" providerId="LiveId" clId="{6AB3DA55-7D63-4125-82AA-BAE7AECE3801}" dt="2026-07-04T02:09:53.816" v="492" actId="478"/>
          <ac:picMkLst>
            <pc:docMk/>
            <pc:sldMk cId="424068232" sldId="297"/>
            <ac:picMk id="5" creationId="{B1A56154-AEB9-E74F-A0DA-07CDBDC5B6DA}"/>
          </ac:picMkLst>
        </pc:picChg>
        <pc:picChg chg="add mod">
          <ac:chgData name="bhavani malyala" userId="51e3876149adf7d4" providerId="LiveId" clId="{6AB3DA55-7D63-4125-82AA-BAE7AECE3801}" dt="2026-07-04T05:18:01.159" v="594" actId="14100"/>
          <ac:picMkLst>
            <pc:docMk/>
            <pc:sldMk cId="424068232" sldId="297"/>
            <ac:picMk id="6" creationId="{C06C79ED-3E10-2AAF-4FDF-95D6BD7BB939}"/>
          </ac:picMkLst>
        </pc:picChg>
      </pc:sldChg>
      <pc:sldChg chg="addSp delSp modSp add mod">
        <pc:chgData name="bhavani malyala" userId="51e3876149adf7d4" providerId="LiveId" clId="{6AB3DA55-7D63-4125-82AA-BAE7AECE3801}" dt="2026-07-04T02:05:20.745" v="475" actId="14100"/>
        <pc:sldMkLst>
          <pc:docMk/>
          <pc:sldMk cId="2898111801" sldId="298"/>
        </pc:sldMkLst>
        <pc:picChg chg="add mod">
          <ac:chgData name="bhavani malyala" userId="51e3876149adf7d4" providerId="LiveId" clId="{6AB3DA55-7D63-4125-82AA-BAE7AECE3801}" dt="2026-07-04T02:05:20.745" v="475" actId="14100"/>
          <ac:picMkLst>
            <pc:docMk/>
            <pc:sldMk cId="2898111801" sldId="298"/>
            <ac:picMk id="5" creationId="{7F54C7FD-3FCF-642D-F3BD-460B2F160AF6}"/>
          </ac:picMkLst>
        </pc:picChg>
        <pc:picChg chg="del">
          <ac:chgData name="bhavani malyala" userId="51e3876149adf7d4" providerId="LiveId" clId="{6AB3DA55-7D63-4125-82AA-BAE7AECE3801}" dt="2026-07-04T02:04:56.514" v="469" actId="478"/>
          <ac:picMkLst>
            <pc:docMk/>
            <pc:sldMk cId="2898111801" sldId="298"/>
            <ac:picMk id="6" creationId="{F2A89BBB-ADCF-EEFD-401B-AD0FB99A3B3E}"/>
          </ac:picMkLst>
        </pc:picChg>
      </pc:sldChg>
      <pc:sldChg chg="addSp delSp modSp add mod">
        <pc:chgData name="bhavani malyala" userId="51e3876149adf7d4" providerId="LiveId" clId="{6AB3DA55-7D63-4125-82AA-BAE7AECE3801}" dt="2026-07-04T08:19:17.616" v="715" actId="14100"/>
        <pc:sldMkLst>
          <pc:docMk/>
          <pc:sldMk cId="2993133785" sldId="299"/>
        </pc:sldMkLst>
        <pc:picChg chg="add del mod">
          <ac:chgData name="bhavani malyala" userId="51e3876149adf7d4" providerId="LiveId" clId="{6AB3DA55-7D63-4125-82AA-BAE7AECE3801}" dt="2026-07-04T08:18:53.461" v="711" actId="478"/>
          <ac:picMkLst>
            <pc:docMk/>
            <pc:sldMk cId="2993133785" sldId="299"/>
            <ac:picMk id="5" creationId="{17BB2FDB-4326-EA0B-8065-8AA888A0BA52}"/>
          </ac:picMkLst>
        </pc:picChg>
        <pc:picChg chg="del">
          <ac:chgData name="bhavani malyala" userId="51e3876149adf7d4" providerId="LiveId" clId="{6AB3DA55-7D63-4125-82AA-BAE7AECE3801}" dt="2026-07-04T02:07:59.967" v="482" actId="478"/>
          <ac:picMkLst>
            <pc:docMk/>
            <pc:sldMk cId="2993133785" sldId="299"/>
            <ac:picMk id="6" creationId="{54D26197-77CC-A14D-F97F-BDF1105EFAC8}"/>
          </ac:picMkLst>
        </pc:picChg>
        <pc:picChg chg="add mod">
          <ac:chgData name="bhavani malyala" userId="51e3876149adf7d4" providerId="LiveId" clId="{6AB3DA55-7D63-4125-82AA-BAE7AECE3801}" dt="2026-07-04T08:19:17.616" v="715" actId="14100"/>
          <ac:picMkLst>
            <pc:docMk/>
            <pc:sldMk cId="2993133785" sldId="299"/>
            <ac:picMk id="6" creationId="{F275E9EC-F937-253A-7075-3FD39698204E}"/>
          </ac:picMkLst>
        </pc:picChg>
      </pc:sldChg>
      <pc:sldChg chg="addSp delSp modSp add mod">
        <pc:chgData name="bhavani malyala" userId="51e3876149adf7d4" providerId="LiveId" clId="{6AB3DA55-7D63-4125-82AA-BAE7AECE3801}" dt="2026-07-04T08:20:04.902" v="725" actId="14100"/>
        <pc:sldMkLst>
          <pc:docMk/>
          <pc:sldMk cId="2391315435" sldId="300"/>
        </pc:sldMkLst>
        <pc:picChg chg="del">
          <ac:chgData name="bhavani malyala" userId="51e3876149adf7d4" providerId="LiveId" clId="{6AB3DA55-7D63-4125-82AA-BAE7AECE3801}" dt="2026-07-04T08:19:46.238" v="721" actId="478"/>
          <ac:picMkLst>
            <pc:docMk/>
            <pc:sldMk cId="2391315435" sldId="300"/>
            <ac:picMk id="5" creationId="{8FFB3E28-60BD-C0EF-0851-34E8B0A439B2}"/>
          </ac:picMkLst>
        </pc:picChg>
        <pc:picChg chg="add mod">
          <ac:chgData name="bhavani malyala" userId="51e3876149adf7d4" providerId="LiveId" clId="{6AB3DA55-7D63-4125-82AA-BAE7AECE3801}" dt="2026-07-04T08:20:04.902" v="725" actId="14100"/>
          <ac:picMkLst>
            <pc:docMk/>
            <pc:sldMk cId="2391315435" sldId="300"/>
            <ac:picMk id="6" creationId="{5FFF31A6-34E2-08A8-6344-7EA19B4126A4}"/>
          </ac:picMkLst>
        </pc:picChg>
      </pc:sldChg>
      <pc:sldChg chg="addSp delSp modSp add mod">
        <pc:chgData name="bhavani malyala" userId="51e3876149adf7d4" providerId="LiveId" clId="{6AB3DA55-7D63-4125-82AA-BAE7AECE3801}" dt="2026-07-04T08:20:27.766" v="729" actId="14100"/>
        <pc:sldMkLst>
          <pc:docMk/>
          <pc:sldMk cId="2816551503" sldId="301"/>
        </pc:sldMkLst>
        <pc:picChg chg="del">
          <ac:chgData name="bhavani malyala" userId="51e3876149adf7d4" providerId="LiveId" clId="{6AB3DA55-7D63-4125-82AA-BAE7AECE3801}" dt="2026-07-04T08:20:11.905" v="726" actId="478"/>
          <ac:picMkLst>
            <pc:docMk/>
            <pc:sldMk cId="2816551503" sldId="301"/>
            <ac:picMk id="5" creationId="{8CF0DA8F-A2DA-33AF-ECE9-9E07BC644F0C}"/>
          </ac:picMkLst>
        </pc:picChg>
        <pc:picChg chg="add mod">
          <ac:chgData name="bhavani malyala" userId="51e3876149adf7d4" providerId="LiveId" clId="{6AB3DA55-7D63-4125-82AA-BAE7AECE3801}" dt="2026-07-04T08:20:27.766" v="729" actId="14100"/>
          <ac:picMkLst>
            <pc:docMk/>
            <pc:sldMk cId="2816551503" sldId="301"/>
            <ac:picMk id="6" creationId="{99DEF1D1-0A07-EB94-B1FB-4D546DAA5A4C}"/>
          </ac:picMkLst>
        </pc:picChg>
      </pc:sldChg>
      <pc:sldChg chg="addSp delSp modSp add mod">
        <pc:chgData name="bhavani malyala" userId="51e3876149adf7d4" providerId="LiveId" clId="{6AB3DA55-7D63-4125-82AA-BAE7AECE3801}" dt="2026-07-04T08:21:12.854" v="737" actId="14100"/>
        <pc:sldMkLst>
          <pc:docMk/>
          <pc:sldMk cId="3605514512" sldId="302"/>
        </pc:sldMkLst>
        <pc:picChg chg="del">
          <ac:chgData name="bhavani malyala" userId="51e3876149adf7d4" providerId="LiveId" clId="{6AB3DA55-7D63-4125-82AA-BAE7AECE3801}" dt="2026-07-04T08:20:53.584" v="733" actId="478"/>
          <ac:picMkLst>
            <pc:docMk/>
            <pc:sldMk cId="3605514512" sldId="302"/>
            <ac:picMk id="5" creationId="{643E2D90-829A-CCE6-FB8F-581141BFBD0F}"/>
          </ac:picMkLst>
        </pc:picChg>
        <pc:picChg chg="add mod">
          <ac:chgData name="bhavani malyala" userId="51e3876149adf7d4" providerId="LiveId" clId="{6AB3DA55-7D63-4125-82AA-BAE7AECE3801}" dt="2026-07-04T08:21:12.854" v="737" actId="14100"/>
          <ac:picMkLst>
            <pc:docMk/>
            <pc:sldMk cId="3605514512" sldId="302"/>
            <ac:picMk id="6" creationId="{D81EF9A9-58C9-2E71-B31B-4E47D2347C87}"/>
          </ac:picMkLst>
        </pc:picChg>
      </pc:sldChg>
      <pc:sldChg chg="addSp delSp modSp add mod">
        <pc:chgData name="bhavani malyala" userId="51e3876149adf7d4" providerId="LiveId" clId="{6AB3DA55-7D63-4125-82AA-BAE7AECE3801}" dt="2026-07-04T08:19:40.896" v="720" actId="14100"/>
        <pc:sldMkLst>
          <pc:docMk/>
          <pc:sldMk cId="2445923671" sldId="303"/>
        </pc:sldMkLst>
        <pc:picChg chg="del">
          <ac:chgData name="bhavani malyala" userId="51e3876149adf7d4" providerId="LiveId" clId="{6AB3DA55-7D63-4125-82AA-BAE7AECE3801}" dt="2026-07-04T08:19:23.563" v="716" actId="478"/>
          <ac:picMkLst>
            <pc:docMk/>
            <pc:sldMk cId="2445923671" sldId="303"/>
            <ac:picMk id="5" creationId="{D2714CB3-B762-8CD8-2C12-2DB49755D537}"/>
          </ac:picMkLst>
        </pc:picChg>
        <pc:picChg chg="add mod">
          <ac:chgData name="bhavani malyala" userId="51e3876149adf7d4" providerId="LiveId" clId="{6AB3DA55-7D63-4125-82AA-BAE7AECE3801}" dt="2026-07-04T08:19:40.896" v="720" actId="14100"/>
          <ac:picMkLst>
            <pc:docMk/>
            <pc:sldMk cId="2445923671" sldId="303"/>
            <ac:picMk id="6" creationId="{CF8545EB-BF7E-CEA4-5218-445EF3C59E78}"/>
          </ac:picMkLst>
        </pc:picChg>
      </pc:sldChg>
      <pc:sldChg chg="addSp delSp modSp add mod">
        <pc:chgData name="bhavani malyala" userId="51e3876149adf7d4" providerId="LiveId" clId="{6AB3DA55-7D63-4125-82AA-BAE7AECE3801}" dt="2026-07-04T08:21:37.814" v="741" actId="14100"/>
        <pc:sldMkLst>
          <pc:docMk/>
          <pc:sldMk cId="4240460846" sldId="304"/>
        </pc:sldMkLst>
        <pc:picChg chg="del">
          <ac:chgData name="bhavani malyala" userId="51e3876149adf7d4" providerId="LiveId" clId="{6AB3DA55-7D63-4125-82AA-BAE7AECE3801}" dt="2026-07-04T08:21:17.373" v="738" actId="478"/>
          <ac:picMkLst>
            <pc:docMk/>
            <pc:sldMk cId="4240460846" sldId="304"/>
            <ac:picMk id="5" creationId="{CD615756-4206-B76A-341F-12CC586F88A9}"/>
          </ac:picMkLst>
        </pc:picChg>
        <pc:picChg chg="add mod">
          <ac:chgData name="bhavani malyala" userId="51e3876149adf7d4" providerId="LiveId" clId="{6AB3DA55-7D63-4125-82AA-BAE7AECE3801}" dt="2026-07-04T08:21:37.814" v="741" actId="14100"/>
          <ac:picMkLst>
            <pc:docMk/>
            <pc:sldMk cId="4240460846" sldId="304"/>
            <ac:picMk id="6" creationId="{7D726D17-A17B-F0D6-94EA-DC07A1BDA327}"/>
          </ac:picMkLst>
        </pc:picChg>
      </pc:sldChg>
      <pc:sldChg chg="add del">
        <pc:chgData name="bhavani malyala" userId="51e3876149adf7d4" providerId="LiveId" clId="{6AB3DA55-7D63-4125-82AA-BAE7AECE3801}" dt="2026-07-04T08:23:00.888" v="742" actId="47"/>
        <pc:sldMkLst>
          <pc:docMk/>
          <pc:sldMk cId="3196307970" sldId="305"/>
        </pc:sldMkLst>
      </pc:sldChg>
      <pc:sldChg chg="add del">
        <pc:chgData name="bhavani malyala" userId="51e3876149adf7d4" providerId="LiveId" clId="{6AB3DA55-7D63-4125-82AA-BAE7AECE3801}" dt="2026-07-04T08:23:03.279" v="743" actId="47"/>
        <pc:sldMkLst>
          <pc:docMk/>
          <pc:sldMk cId="4077661476" sldId="30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834699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8069095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803213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7587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20786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Revathimerugu30/AI-Agent-for-Smart-Farming-Advice"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927727158"/>
              </p:ext>
            </p:extLst>
          </p:nvPr>
        </p:nvGraphicFramePr>
        <p:xfrm>
          <a:off x="1299257" y="2600315"/>
          <a:ext cx="9394989" cy="2344847"/>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endParaRPr lang="en-US" dirty="0"/>
                    </a:p>
                    <a:p>
                      <a:pPr marL="0" marR="0" lvl="0" indent="0" algn="ctr" rtl="0">
                        <a:spcBef>
                          <a:spcPts val="0"/>
                        </a:spcBef>
                        <a:spcAft>
                          <a:spcPts val="0"/>
                        </a:spcAft>
                        <a:buNone/>
                      </a:pPr>
                      <a:r>
                        <a:rPr lang="en-US" sz="2800" dirty="0"/>
                        <a:t>Merugu Revathi</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800" dirty="0"/>
                        <a:t>revathimerugu30@gmail.com</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sz="2800" dirty="0"/>
                        <a:t>8179337128</a:t>
                      </a:r>
                      <a:endParaRPr sz="28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Agricultural Technology (Agri Tech)</a:t>
            </a:r>
            <a:r>
              <a:rPr lang="en-US" sz="2400" b="1" dirty="0"/>
              <a:t> </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IN" sz="2400" b="1" dirty="0"/>
              <a:t>:  AI Agent for Smart Farming Advice</a:t>
            </a:r>
          </a:p>
          <a:p>
            <a:endParaRPr lang="en-IN" sz="2400" b="1" dirty="0">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dirty="0">
                <a:solidFill>
                  <a:srgbClr val="FF0000"/>
                </a:solidFill>
              </a:rPr>
              <a:t>Recommended font style and size:</a:t>
            </a:r>
            <a:br>
              <a:rPr lang="en-US" sz="2000" dirty="0">
                <a:solidFill>
                  <a:srgbClr val="FF0000"/>
                </a:solidFill>
              </a:rPr>
            </a:br>
            <a:br>
              <a:rPr lang="en-US" sz="2000" dirty="0"/>
            </a:br>
            <a:r>
              <a:rPr lang="en-US" sz="2000" dirty="0">
                <a:solidFill>
                  <a:srgbClr val="FF0000"/>
                </a:solidFill>
              </a:rPr>
              <a:t>Font Style: Arial</a:t>
            </a:r>
            <a:br>
              <a:rPr lang="en-US" sz="2000" dirty="0">
                <a:solidFill>
                  <a:srgbClr val="FF0000"/>
                </a:solidFill>
              </a:rPr>
            </a:br>
            <a:r>
              <a:rPr lang="en-US" sz="2000" dirty="0">
                <a:solidFill>
                  <a:srgbClr val="FF0000"/>
                </a:solidFill>
              </a:rPr>
              <a:t>Font Size (Heading): 28</a:t>
            </a:r>
          </a:p>
          <a:p>
            <a:r>
              <a:rPr lang="en-US" sz="2000" dirty="0">
                <a:solidFill>
                  <a:srgbClr val="FF0000"/>
                </a:solidFill>
              </a:rPr>
              <a:t>Font Size (Content): 20</a:t>
            </a:r>
          </a:p>
        </p:txBody>
      </p:sp>
      <p:pic>
        <p:nvPicPr>
          <p:cNvPr id="5" name="Picture 4">
            <a:extLst>
              <a:ext uri="{FF2B5EF4-FFF2-40B4-BE49-F238E27FC236}">
                <a16:creationId xmlns:a16="http://schemas.microsoft.com/office/drawing/2014/main" id="{82E6E7D3-6812-82F3-A0F1-DE2E3BA9A4F5}"/>
              </a:ext>
            </a:extLst>
          </p:cNvPr>
          <p:cNvPicPr>
            <a:picLocks noChangeAspect="1"/>
          </p:cNvPicPr>
          <p:nvPr/>
        </p:nvPicPr>
        <p:blipFill>
          <a:blip r:embed="rId3"/>
          <a:srcRect/>
          <a:stretch/>
        </p:blipFill>
        <p:spPr>
          <a:xfrm>
            <a:off x="4089443" y="3675887"/>
            <a:ext cx="1137416" cy="117141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473666"/>
            <a:ext cx="10607040" cy="5262979"/>
          </a:xfrm>
          <a:prstGeom prst="rect">
            <a:avLst/>
          </a:prstGeom>
          <a:noFill/>
        </p:spPr>
        <p:txBody>
          <a:bodyPr wrap="square" rtlCol="0">
            <a:spAutoFit/>
          </a:bodyPr>
          <a:lstStyle/>
          <a:p>
            <a:r>
              <a:rPr lang="en-US" b="1" dirty="0"/>
              <a:t>AgriGenius: AI Agent for Smart Farming Advice using IBM watsonx.ai, Granite &amp; RAG</a:t>
            </a:r>
            <a:endParaRPr lang="en-US" dirty="0"/>
          </a:p>
          <a:p>
            <a:pPr algn="just"/>
            <a:endParaRPr lang="en-IN" b="1" dirty="0"/>
          </a:p>
          <a:p>
            <a:pPr algn="just"/>
            <a:r>
              <a:rPr lang="en-IN" b="1" dirty="0"/>
              <a:t>The Challenge</a:t>
            </a:r>
          </a:p>
          <a:p>
            <a:r>
              <a:rPr lang="en-US" dirty="0"/>
              <a:t>Small-scale farmers often face difficulties in making timely and informed agricultural decisions due to limited access to reliable and localized farming information. Essential details such as weather forecasts, soil conditions, suitable crop selection, pest and disease management, irrigation planning, fertilizer recommendations, and current market prices are often scattered across multiple sources and are difficult to understand.</a:t>
            </a:r>
          </a:p>
          <a:p>
            <a:r>
              <a:rPr lang="en-US" dirty="0"/>
              <a:t>Most farmers depend on traditional practices or local advice, which may not always be accurate or suitable for changing climatic conditions. This lack of personalized and data-driven guidance results in poor crop selection, inefficient resource utilization, reduced productivity, financial losses, and increased farming risks.</a:t>
            </a:r>
          </a:p>
          <a:p>
            <a:pPr algn="just"/>
            <a:endParaRPr lang="en-IN" dirty="0"/>
          </a:p>
          <a:p>
            <a:pPr algn="just"/>
            <a:r>
              <a:rPr lang="en-IN" b="1" dirty="0"/>
              <a:t>The Objective</a:t>
            </a:r>
          </a:p>
          <a:p>
            <a:r>
              <a:rPr lang="en-US" dirty="0"/>
              <a:t>Develop an </a:t>
            </a:r>
            <a:r>
              <a:rPr lang="en-US" b="1" dirty="0"/>
              <a:t>AI-powered Smart Farming Agent </a:t>
            </a:r>
            <a:r>
              <a:rPr lang="en-US" dirty="0"/>
              <a:t>that provides real-time, localized, and trustworthy agricultural guidance using IBM watsonx.ai and Granite Models.</a:t>
            </a:r>
          </a:p>
          <a:p>
            <a:r>
              <a:rPr lang="en-US" dirty="0"/>
              <a:t>The solution should:</a:t>
            </a:r>
          </a:p>
          <a:p>
            <a:pPr marL="285750" indent="-285750">
              <a:buFont typeface="Arial" panose="020B0604020202020204" pitchFamily="34" charset="0"/>
              <a:buChar char="•"/>
            </a:pPr>
            <a:r>
              <a:rPr lang="en-US" dirty="0"/>
              <a:t>Recommend suitable crops based on soil, season, and weather. </a:t>
            </a:r>
          </a:p>
          <a:p>
            <a:pPr marL="285750" indent="-285750">
              <a:buFont typeface="Arial" panose="020B0604020202020204" pitchFamily="34" charset="0"/>
              <a:buChar char="•"/>
            </a:pPr>
            <a:r>
              <a:rPr lang="en-US" dirty="0"/>
              <a:t>Analyze soil information and provide fertilizer recommendations. </a:t>
            </a:r>
          </a:p>
          <a:p>
            <a:pPr marL="285750" indent="-285750">
              <a:buFont typeface="Arial" panose="020B0604020202020204" pitchFamily="34" charset="0"/>
              <a:buChar char="•"/>
            </a:pPr>
            <a:r>
              <a:rPr lang="en-US" dirty="0"/>
              <a:t>Detect crop diseases from uploaded images. </a:t>
            </a:r>
          </a:p>
          <a:p>
            <a:pPr marL="285750" indent="-285750">
              <a:buFont typeface="Arial" panose="020B0604020202020204" pitchFamily="34" charset="0"/>
              <a:buChar char="•"/>
            </a:pPr>
            <a:r>
              <a:rPr lang="en-US" dirty="0"/>
              <a:t>Provide pest management suggestions. </a:t>
            </a:r>
          </a:p>
          <a:p>
            <a:pPr marL="285750" indent="-285750">
              <a:buFont typeface="Arial" panose="020B0604020202020204" pitchFamily="34" charset="0"/>
              <a:buChar char="•"/>
            </a:pPr>
            <a:r>
              <a:rPr lang="en-US" dirty="0"/>
              <a:t>Retrieve real-time weather forecasts. </a:t>
            </a:r>
          </a:p>
          <a:p>
            <a:pPr marL="285750" indent="-285750">
              <a:buFont typeface="Arial" panose="020B0604020202020204" pitchFamily="34" charset="0"/>
              <a:buChar char="•"/>
            </a:pPr>
            <a:r>
              <a:rPr lang="en-US" dirty="0"/>
              <a:t>Display current mandi/market prices. </a:t>
            </a:r>
          </a:p>
          <a:p>
            <a:pPr marL="285750" indent="-285750">
              <a:buFont typeface="Arial" panose="020B0604020202020204" pitchFamily="34" charset="0"/>
              <a:buChar char="•"/>
            </a:pPr>
            <a:r>
              <a:rPr lang="en-US" dirty="0"/>
              <a:t>Support multilingual conversations. </a:t>
            </a:r>
          </a:p>
          <a:p>
            <a:pPr marL="285750" indent="-285750">
              <a:buFont typeface="Arial" panose="020B0604020202020204" pitchFamily="34" charset="0"/>
              <a:buChar char="•"/>
            </a:pPr>
            <a:r>
              <a:rPr lang="en-US" dirty="0"/>
              <a:t>Use Retrieval-Augmented Generation (RAG) for trusted agricultural knowledge.</a:t>
            </a:r>
          </a:p>
          <a:p>
            <a:pPr algn="just"/>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25073"/>
            <a:ext cx="7214616" cy="41969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355312"/>
          </a:xfrm>
          <a:prstGeom prst="rect">
            <a:avLst/>
          </a:prstGeom>
          <a:noFill/>
        </p:spPr>
        <p:txBody>
          <a:bodyPr wrap="square" rtlCol="0">
            <a:spAutoFit/>
          </a:bodyPr>
          <a:lstStyle/>
          <a:p>
            <a:r>
              <a:rPr lang="en-US" sz="1800" dirty="0"/>
              <a:t>The proposed solution is an intelligent multi-agent Smart Farming Assistant developed using Python Flask, IBM watsonx.ai, IBM Granite Models, and Retrieval-Augmented Generation (RAG).</a:t>
            </a:r>
          </a:p>
          <a:p>
            <a:r>
              <a:rPr lang="en-US" sz="1800" dirty="0"/>
              <a:t>The AI assistant combines trusted agricultural knowledge with IBM Granite reasoning capabilities to deliver personalized farming recommendations.</a:t>
            </a:r>
          </a:p>
          <a:p>
            <a:r>
              <a:rPr lang="en-US" sz="1800" dirty="0"/>
              <a:t>The system includes multiple intelligent agents:</a:t>
            </a:r>
          </a:p>
          <a:p>
            <a:endParaRPr lang="en-US" sz="1800" dirty="0"/>
          </a:p>
          <a:p>
            <a:pPr marL="285750" indent="-285750">
              <a:buFont typeface="Arial" panose="020B0604020202020204" pitchFamily="34" charset="0"/>
              <a:buChar char="•"/>
            </a:pPr>
            <a:r>
              <a:rPr lang="en-US" sz="1800" dirty="0"/>
              <a:t>Crop Recommendation Agent </a:t>
            </a:r>
          </a:p>
          <a:p>
            <a:pPr marL="285750" indent="-285750">
              <a:buFont typeface="Arial" panose="020B0604020202020204" pitchFamily="34" charset="0"/>
              <a:buChar char="•"/>
            </a:pPr>
            <a:r>
              <a:rPr lang="en-US" sz="1800" dirty="0"/>
              <a:t>Soil Intelligence Agent </a:t>
            </a:r>
          </a:p>
          <a:p>
            <a:pPr marL="285750" indent="-285750">
              <a:buFont typeface="Arial" panose="020B0604020202020204" pitchFamily="34" charset="0"/>
              <a:buChar char="•"/>
            </a:pPr>
            <a:r>
              <a:rPr lang="en-US" sz="1800" dirty="0"/>
              <a:t>Weather Advisory Agent </a:t>
            </a:r>
          </a:p>
          <a:p>
            <a:pPr marL="285750" indent="-285750">
              <a:buFont typeface="Arial" panose="020B0604020202020204" pitchFamily="34" charset="0"/>
              <a:buChar char="•"/>
            </a:pPr>
            <a:r>
              <a:rPr lang="en-US" sz="1800" dirty="0"/>
              <a:t>Pest Detection Agent </a:t>
            </a:r>
          </a:p>
          <a:p>
            <a:pPr marL="285750" indent="-285750">
              <a:buFont typeface="Arial" panose="020B0604020202020204" pitchFamily="34" charset="0"/>
              <a:buChar char="•"/>
            </a:pPr>
            <a:r>
              <a:rPr lang="en-US" sz="1800" dirty="0"/>
              <a:t>Market Price Agent </a:t>
            </a:r>
          </a:p>
          <a:p>
            <a:pPr marL="285750" indent="-285750">
              <a:buFont typeface="Arial" panose="020B0604020202020204" pitchFamily="34" charset="0"/>
              <a:buChar char="•"/>
            </a:pPr>
            <a:r>
              <a:rPr lang="en-US" sz="1800" dirty="0"/>
              <a:t>Farming Knowledge Agent </a:t>
            </a:r>
          </a:p>
          <a:p>
            <a:endParaRPr lang="en-US" sz="1800" dirty="0"/>
          </a:p>
          <a:p>
            <a:r>
              <a:rPr lang="en-US" sz="1800" dirty="0"/>
              <a:t>The solution retrieves verified agricultural information from government datasets, weather services, agricultural manuals, and market databases using RAG before generating responses with IBM Granite Models.</a:t>
            </a:r>
          </a:p>
          <a:p>
            <a:r>
              <a:rPr lang="en-US" sz="1800" dirty="0"/>
              <a:t>Farmers interact through an intuitive multilingual chat interface that supports both text and image-based queries.</a:t>
            </a:r>
          </a:p>
          <a:p>
            <a:pPr algn="just"/>
            <a:endParaRPr lang="en-IN" sz="18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369332"/>
          </a:xfrm>
          <a:prstGeom prst="rect">
            <a:avLst/>
          </a:prstGeom>
          <a:noFill/>
        </p:spPr>
        <p:txBody>
          <a:bodyPr wrap="square" rtlCol="0">
            <a:spAutoFit/>
          </a:bodyPr>
          <a:lstStyle/>
          <a:p>
            <a:r>
              <a:rPr lang="en-US" sz="1800" b="1" dirty="0"/>
              <a:t>Proposed Solution -</a:t>
            </a:r>
            <a:endParaRPr lang="en-IN" sz="1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786199"/>
          </a:xfrm>
          <a:prstGeom prst="rect">
            <a:avLst/>
          </a:prstGeom>
          <a:noFill/>
        </p:spPr>
        <p:txBody>
          <a:bodyPr wrap="square" rtlCol="0">
            <a:spAutoFit/>
          </a:bodyPr>
          <a:lstStyle/>
          <a:p>
            <a:pPr marL="285750" lvl="0" indent="-285750">
              <a:buSzPts val="1800"/>
              <a:buFont typeface="Arial"/>
              <a:buChar char="•"/>
            </a:pPr>
            <a:r>
              <a:rPr lang="en-US" sz="1800" b="1" dirty="0"/>
              <a:t>Python Flask</a:t>
            </a:r>
            <a:r>
              <a:rPr lang="en-US" sz="1800" dirty="0"/>
              <a:t> – Backend web application </a:t>
            </a:r>
          </a:p>
          <a:p>
            <a:pPr marL="285750" lvl="0" indent="-285750">
              <a:buSzPts val="1800"/>
              <a:buFont typeface="Arial"/>
              <a:buChar char="•"/>
            </a:pPr>
            <a:endParaRPr lang="en-US" sz="1800" dirty="0"/>
          </a:p>
          <a:p>
            <a:pPr marL="285750" lvl="0" indent="-285750">
              <a:buSzPts val="1800"/>
              <a:buFont typeface="Arial"/>
              <a:buChar char="•"/>
            </a:pPr>
            <a:r>
              <a:rPr lang="en-US" sz="1800" b="1" dirty="0"/>
              <a:t>IBM watsonx.ai</a:t>
            </a:r>
            <a:r>
              <a:rPr lang="en-US" sz="1800" dirty="0"/>
              <a:t> – AI model deployment </a:t>
            </a:r>
          </a:p>
          <a:p>
            <a:pPr marL="285750" lvl="0" indent="-285750">
              <a:buSzPts val="1800"/>
              <a:buFont typeface="Arial"/>
              <a:buChar char="•"/>
            </a:pPr>
            <a:endParaRPr lang="en-US" sz="1800" dirty="0"/>
          </a:p>
          <a:p>
            <a:pPr marL="285750" lvl="0" indent="-285750">
              <a:buSzPts val="1800"/>
              <a:buFont typeface="Arial"/>
              <a:buChar char="•"/>
            </a:pPr>
            <a:r>
              <a:rPr lang="en-US" sz="1800" b="1" dirty="0"/>
              <a:t>IBM Granite Models</a:t>
            </a:r>
            <a:r>
              <a:rPr lang="en-US" sz="1800" dirty="0"/>
              <a:t> – AI reasoning &amp; recommendations </a:t>
            </a:r>
          </a:p>
          <a:p>
            <a:pPr marL="285750" lvl="0" indent="-285750">
              <a:buSzPts val="1800"/>
              <a:buFont typeface="Arial"/>
              <a:buChar char="•"/>
            </a:pPr>
            <a:endParaRPr lang="en-US" sz="1800" dirty="0"/>
          </a:p>
          <a:p>
            <a:pPr marL="285750" lvl="0" indent="-285750">
              <a:buSzPts val="1800"/>
              <a:buFont typeface="Arial"/>
              <a:buChar char="•"/>
            </a:pPr>
            <a:r>
              <a:rPr lang="en-US" sz="1800" b="1" dirty="0"/>
              <a:t>IBM Cloud Lite</a:t>
            </a:r>
            <a:r>
              <a:rPr lang="en-US" sz="1800" dirty="0"/>
              <a:t> – Cloud infrastructure</a:t>
            </a:r>
          </a:p>
          <a:p>
            <a:pPr marL="285750" lvl="0" indent="-285750">
              <a:buSzPts val="1800"/>
              <a:buFont typeface="Arial"/>
              <a:buChar char="•"/>
            </a:pPr>
            <a:endParaRPr lang="en-US" sz="1800" dirty="0"/>
          </a:p>
          <a:p>
            <a:pPr marL="285750" lvl="0" indent="-285750">
              <a:buSzPts val="1800"/>
              <a:buFont typeface="Arial"/>
              <a:buChar char="•"/>
            </a:pPr>
            <a:r>
              <a:rPr lang="en-US" sz="1800" dirty="0"/>
              <a:t> </a:t>
            </a:r>
            <a:r>
              <a:rPr lang="en-US" sz="1800" b="1" dirty="0"/>
              <a:t>RAG</a:t>
            </a:r>
            <a:r>
              <a:rPr lang="en-US" sz="1800" dirty="0"/>
              <a:t> – Trusted knowledge retrieval</a:t>
            </a:r>
          </a:p>
          <a:p>
            <a:pPr marL="285750" lvl="0" indent="-285750">
              <a:buSzPts val="1800"/>
              <a:buFont typeface="Arial"/>
              <a:buChar char="•"/>
            </a:pPr>
            <a:endParaRPr lang="en-US" sz="1800" dirty="0"/>
          </a:p>
          <a:p>
            <a:pPr marL="285750" lvl="0" indent="-285750">
              <a:buSzPts val="1800"/>
              <a:buFont typeface="Arial"/>
              <a:buChar char="•"/>
            </a:pPr>
            <a:r>
              <a:rPr lang="en-US" sz="1800" dirty="0"/>
              <a:t> </a:t>
            </a:r>
            <a:r>
              <a:rPr lang="en-US" sz="1800" b="1" dirty="0"/>
              <a:t>FAISS</a:t>
            </a:r>
            <a:r>
              <a:rPr lang="en-US" sz="1800" dirty="0"/>
              <a:t> – Vector database for RAG </a:t>
            </a:r>
          </a:p>
          <a:p>
            <a:pPr marL="285750" lvl="0" indent="-285750">
              <a:buSzPts val="1800"/>
              <a:buFont typeface="Arial"/>
              <a:buChar char="•"/>
            </a:pPr>
            <a:endParaRPr lang="en-US" sz="1800" dirty="0"/>
          </a:p>
          <a:p>
            <a:pPr marL="285750" lvl="0" indent="-285750">
              <a:buSzPts val="1800"/>
              <a:buFont typeface="Arial"/>
              <a:buChar char="•"/>
            </a:pPr>
            <a:r>
              <a:rPr lang="en-US" sz="1800" b="1" dirty="0"/>
              <a:t>Sentence Transformers</a:t>
            </a:r>
            <a:r>
              <a:rPr lang="en-US" sz="1800" dirty="0"/>
              <a:t> – Document embeddings </a:t>
            </a:r>
          </a:p>
          <a:p>
            <a:pPr marL="285750" lvl="0" indent="-285750">
              <a:buSzPts val="1800"/>
              <a:buFont typeface="Arial"/>
              <a:buChar char="•"/>
            </a:pPr>
            <a:endParaRPr lang="en-US" sz="1800" dirty="0"/>
          </a:p>
          <a:p>
            <a:pPr marL="285750" lvl="0" indent="-285750">
              <a:buSzPts val="1800"/>
              <a:buFont typeface="Arial"/>
              <a:buChar char="•"/>
            </a:pPr>
            <a:r>
              <a:rPr lang="en-US" sz="1800" b="1" dirty="0"/>
              <a:t>SQLite</a:t>
            </a:r>
            <a:r>
              <a:rPr lang="en-US" sz="1800" dirty="0"/>
              <a:t> – Farmer &amp; application data </a:t>
            </a:r>
          </a:p>
          <a:p>
            <a:pPr lvl="0">
              <a:buSzPts val="1800"/>
            </a:pPr>
            <a:endParaRPr lang="en-US" sz="1800" dirty="0"/>
          </a:p>
          <a:p>
            <a:pPr marL="285750" lvl="0" indent="-285750">
              <a:buSzPts val="1800"/>
              <a:buFont typeface="Arial"/>
              <a:buChar char="•"/>
            </a:pPr>
            <a:r>
              <a:rPr lang="en-US" sz="1800" b="1" dirty="0"/>
              <a:t>HTML, CSS, JavaScript</a:t>
            </a:r>
            <a:r>
              <a:rPr lang="en-US" sz="1800" dirty="0"/>
              <a:t> – Frontend development </a:t>
            </a:r>
          </a:p>
          <a:p>
            <a:pPr marL="285750" lvl="0" indent="-285750">
              <a:buSzPts val="1800"/>
              <a:buFont typeface="Arial"/>
              <a:buChar char="•"/>
            </a:pPr>
            <a:endParaRPr lang="en-US" sz="1800" dirty="0"/>
          </a:p>
          <a:p>
            <a:pPr marL="285750" lvl="0" indent="-285750">
              <a:buSzPts val="1800"/>
              <a:buFont typeface="Arial"/>
              <a:buChar char="•"/>
            </a:pPr>
            <a:r>
              <a:rPr lang="en-US" sz="1800" b="1" dirty="0"/>
              <a:t>OpenCV &amp; Pillow</a:t>
            </a:r>
            <a:r>
              <a:rPr lang="en-US" sz="1800" dirty="0"/>
              <a:t> – Soil/Crop image processing</a:t>
            </a:r>
          </a:p>
          <a:p>
            <a:pPr lvl="0"/>
            <a:endParaRPr lang="en-US" dirty="0"/>
          </a:p>
          <a:p>
            <a:pPr lvl="0"/>
            <a:endParaRPr lang="en-US"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739759"/>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a:t>HTML</a:t>
            </a:r>
          </a:p>
          <a:p>
            <a:pPr marL="342900" indent="-342900">
              <a:buFont typeface="+mj-lt"/>
              <a:buAutoNum type="arabicPeriod"/>
            </a:pPr>
            <a:endParaRPr lang="en-US" sz="1800" dirty="0"/>
          </a:p>
          <a:p>
            <a:pPr marL="342900" indent="-342900">
              <a:buFont typeface="+mj-lt"/>
              <a:buAutoNum type="arabicPeriod"/>
            </a:pPr>
            <a:r>
              <a:rPr lang="en-US" sz="1800" dirty="0"/>
              <a:t>Requirements.txt</a:t>
            </a:r>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Requirement.txt</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5" name="Picture 4">
            <a:extLst>
              <a:ext uri="{FF2B5EF4-FFF2-40B4-BE49-F238E27FC236}">
                <a16:creationId xmlns:a16="http://schemas.microsoft.com/office/drawing/2014/main" id="{D84C9727-F7CB-8142-B8A7-FED11D9BAE17}"/>
              </a:ext>
            </a:extLst>
          </p:cNvPr>
          <p:cNvPicPr>
            <a:picLocks noChangeAspect="1"/>
          </p:cNvPicPr>
          <p:nvPr/>
        </p:nvPicPr>
        <p:blipFill>
          <a:blip r:embed="rId3"/>
          <a:srcRect/>
          <a:stretch/>
        </p:blipFill>
        <p:spPr>
          <a:xfrm>
            <a:off x="3149352" y="1115568"/>
            <a:ext cx="8429231" cy="4487378"/>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5" name="Picture 4">
            <a:extLst>
              <a:ext uri="{FF2B5EF4-FFF2-40B4-BE49-F238E27FC236}">
                <a16:creationId xmlns:a16="http://schemas.microsoft.com/office/drawing/2014/main" id="{81B7C725-6FF9-1114-1B26-4EE359FB011C}"/>
              </a:ext>
            </a:extLst>
          </p:cNvPr>
          <p:cNvPicPr>
            <a:picLocks noChangeAspect="1"/>
          </p:cNvPicPr>
          <p:nvPr/>
        </p:nvPicPr>
        <p:blipFill>
          <a:blip r:embed="rId3"/>
          <a:srcRect/>
          <a:stretch/>
        </p:blipFill>
        <p:spPr>
          <a:xfrm>
            <a:off x="1572768" y="1221386"/>
            <a:ext cx="9604114" cy="5031929"/>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4C30735-DCD8-D068-4573-45847F567EB0}"/>
              </a:ext>
            </a:extLst>
          </p:cNvPr>
          <p:cNvSpPr txBox="1"/>
          <p:nvPr/>
        </p:nvSpPr>
        <p:spPr>
          <a:xfrm>
            <a:off x="1194816" y="457200"/>
            <a:ext cx="10518648" cy="523220"/>
          </a:xfrm>
          <a:prstGeom prst="rect">
            <a:avLst/>
          </a:prstGeom>
          <a:noFill/>
        </p:spPr>
        <p:txBody>
          <a:bodyPr wrap="square" rtlCol="0">
            <a:spAutoFit/>
          </a:bodyPr>
          <a:lstStyle/>
          <a:p>
            <a:r>
              <a:rPr lang="en-US" sz="2800" b="1" dirty="0"/>
              <a:t>User Interface of AI-Powered Smart Farming Advisor</a:t>
            </a:r>
            <a:endParaRPr lang="en-IN" sz="2800" b="1" dirty="0"/>
          </a:p>
        </p:txBody>
      </p:sp>
      <p:pic>
        <p:nvPicPr>
          <p:cNvPr id="5" name="Picture 4">
            <a:extLst>
              <a:ext uri="{FF2B5EF4-FFF2-40B4-BE49-F238E27FC236}">
                <a16:creationId xmlns:a16="http://schemas.microsoft.com/office/drawing/2014/main" id="{7790C607-9C5F-DC65-CB9B-2F2F3F25EEE9}"/>
              </a:ext>
            </a:extLst>
          </p:cNvPr>
          <p:cNvPicPr>
            <a:picLocks noChangeAspect="1"/>
          </p:cNvPicPr>
          <p:nvPr/>
        </p:nvPicPr>
        <p:blipFill>
          <a:blip r:embed="rId2"/>
          <a:srcRect/>
          <a:stretch/>
        </p:blipFill>
        <p:spPr>
          <a:xfrm>
            <a:off x="1261197" y="1263823"/>
            <a:ext cx="9669605" cy="5136977"/>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82F1A-1B7D-E257-F7EE-B0E7B3798555}"/>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F6E32C16-644B-D77D-5D82-0D87C5A67763}"/>
              </a:ext>
            </a:extLst>
          </p:cNvPr>
          <p:cNvSpPr>
            <a:spLocks noGrp="1"/>
          </p:cNvSpPr>
          <p:nvPr>
            <p:ph type="body" idx="1"/>
          </p:nvPr>
        </p:nvSpPr>
        <p:spPr/>
        <p:txBody>
          <a:bodyPr/>
          <a:lstStyle/>
          <a:p>
            <a:endParaRPr lang="en-IN"/>
          </a:p>
        </p:txBody>
      </p:sp>
      <p:sp>
        <p:nvSpPr>
          <p:cNvPr id="7" name="TextBox 6">
            <a:extLst>
              <a:ext uri="{FF2B5EF4-FFF2-40B4-BE49-F238E27FC236}">
                <a16:creationId xmlns:a16="http://schemas.microsoft.com/office/drawing/2014/main" id="{E0F8B1FC-4C60-2920-99AA-310D03D266AB}"/>
              </a:ext>
            </a:extLst>
          </p:cNvPr>
          <p:cNvSpPr txBox="1"/>
          <p:nvPr/>
        </p:nvSpPr>
        <p:spPr>
          <a:xfrm>
            <a:off x="676656" y="457200"/>
            <a:ext cx="11210544" cy="523220"/>
          </a:xfrm>
          <a:prstGeom prst="rect">
            <a:avLst/>
          </a:prstGeom>
          <a:noFill/>
        </p:spPr>
        <p:txBody>
          <a:bodyPr wrap="square" rtlCol="0">
            <a:spAutoFit/>
          </a:bodyPr>
          <a:lstStyle/>
          <a:p>
            <a:r>
              <a:rPr lang="en-US" sz="2800" b="1" dirty="0"/>
              <a:t>User Interface of AI-Powered Smart Farming Advisor</a:t>
            </a:r>
            <a:endParaRPr lang="en-IN" sz="2800" b="1" dirty="0"/>
          </a:p>
        </p:txBody>
      </p:sp>
      <p:pic>
        <p:nvPicPr>
          <p:cNvPr id="6" name="Picture 5">
            <a:extLst>
              <a:ext uri="{FF2B5EF4-FFF2-40B4-BE49-F238E27FC236}">
                <a16:creationId xmlns:a16="http://schemas.microsoft.com/office/drawing/2014/main" id="{F8BB99A1-822A-0C66-7B64-EE92D8910599}"/>
              </a:ext>
            </a:extLst>
          </p:cNvPr>
          <p:cNvPicPr>
            <a:picLocks noChangeAspect="1"/>
          </p:cNvPicPr>
          <p:nvPr/>
        </p:nvPicPr>
        <p:blipFill>
          <a:blip r:embed="rId2"/>
          <a:srcRect/>
          <a:stretch/>
        </p:blipFill>
        <p:spPr>
          <a:xfrm>
            <a:off x="676656" y="1199535"/>
            <a:ext cx="10964738" cy="5341375"/>
          </a:xfrm>
          <a:prstGeom prst="rect">
            <a:avLst/>
          </a:prstGeom>
        </p:spPr>
      </p:pic>
    </p:spTree>
    <p:extLst>
      <p:ext uri="{BB962C8B-B14F-4D97-AF65-F5344CB8AC3E}">
        <p14:creationId xmlns:p14="http://schemas.microsoft.com/office/powerpoint/2010/main" val="3610627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FF13F-192D-9C8D-ADC6-AB832D5DFB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292A13-FBD8-54C9-9801-7EACB78DA4AD}"/>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08D1738C-6763-44B6-B52B-46BEDA8B4F98}"/>
              </a:ext>
            </a:extLst>
          </p:cNvPr>
          <p:cNvSpPr>
            <a:spLocks noGrp="1"/>
          </p:cNvSpPr>
          <p:nvPr>
            <p:ph type="body" idx="1"/>
          </p:nvPr>
        </p:nvSpPr>
        <p:spPr/>
        <p:txBody>
          <a:bodyPr/>
          <a:lstStyle/>
          <a:p>
            <a:endParaRPr lang="en-IN"/>
          </a:p>
        </p:txBody>
      </p:sp>
      <p:sp>
        <p:nvSpPr>
          <p:cNvPr id="7" name="TextBox 6">
            <a:extLst>
              <a:ext uri="{FF2B5EF4-FFF2-40B4-BE49-F238E27FC236}">
                <a16:creationId xmlns:a16="http://schemas.microsoft.com/office/drawing/2014/main" id="{FB6F9FB7-A0CA-1A84-6D8A-0EFBEAA52637}"/>
              </a:ext>
            </a:extLst>
          </p:cNvPr>
          <p:cNvSpPr txBox="1"/>
          <p:nvPr/>
        </p:nvSpPr>
        <p:spPr>
          <a:xfrm>
            <a:off x="676656" y="457200"/>
            <a:ext cx="11210544" cy="523220"/>
          </a:xfrm>
          <a:prstGeom prst="rect">
            <a:avLst/>
          </a:prstGeom>
          <a:noFill/>
        </p:spPr>
        <p:txBody>
          <a:bodyPr wrap="square" rtlCol="0">
            <a:spAutoFit/>
          </a:bodyPr>
          <a:lstStyle/>
          <a:p>
            <a:r>
              <a:rPr lang="en-US" b="1" dirty="0"/>
              <a:t> </a:t>
            </a:r>
            <a:r>
              <a:rPr lang="en-US" sz="2800" b="1" dirty="0"/>
              <a:t>AgriBot AI Chat Interface (IBM Granite Powered)</a:t>
            </a:r>
            <a:endParaRPr lang="en-IN" sz="2800" b="1" dirty="0"/>
          </a:p>
        </p:txBody>
      </p:sp>
      <p:pic>
        <p:nvPicPr>
          <p:cNvPr id="5" name="Picture 4">
            <a:extLst>
              <a:ext uri="{FF2B5EF4-FFF2-40B4-BE49-F238E27FC236}">
                <a16:creationId xmlns:a16="http://schemas.microsoft.com/office/drawing/2014/main" id="{7F54C7FD-3FCF-642D-F3BD-460B2F160AF6}"/>
              </a:ext>
            </a:extLst>
          </p:cNvPr>
          <p:cNvPicPr>
            <a:picLocks noChangeAspect="1"/>
          </p:cNvPicPr>
          <p:nvPr/>
        </p:nvPicPr>
        <p:blipFill>
          <a:blip r:embed="rId3"/>
          <a:srcRect/>
          <a:stretch/>
        </p:blipFill>
        <p:spPr>
          <a:xfrm>
            <a:off x="447368" y="1130709"/>
            <a:ext cx="11297264" cy="5397910"/>
          </a:xfrm>
          <a:prstGeom prst="rect">
            <a:avLst/>
          </a:prstGeom>
        </p:spPr>
      </p:pic>
    </p:spTree>
    <p:extLst>
      <p:ext uri="{BB962C8B-B14F-4D97-AF65-F5344CB8AC3E}">
        <p14:creationId xmlns:p14="http://schemas.microsoft.com/office/powerpoint/2010/main" val="28981118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06F30-FE42-5C13-13FE-B1C1E1DDC97B}"/>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B85472E8-72DD-D90D-526A-52C4B15F20AA}"/>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69624159-85DE-41BE-B9B3-FC7A5B7A2FF7}"/>
              </a:ext>
            </a:extLst>
          </p:cNvPr>
          <p:cNvSpPr txBox="1"/>
          <p:nvPr/>
        </p:nvSpPr>
        <p:spPr>
          <a:xfrm>
            <a:off x="182880" y="457200"/>
            <a:ext cx="11832336" cy="523220"/>
          </a:xfrm>
          <a:prstGeom prst="rect">
            <a:avLst/>
          </a:prstGeom>
          <a:noFill/>
        </p:spPr>
        <p:txBody>
          <a:bodyPr wrap="square" rtlCol="0">
            <a:spAutoFit/>
          </a:bodyPr>
          <a:lstStyle/>
          <a:p>
            <a:r>
              <a:rPr lang="en-US" sz="2800" b="1" dirty="0"/>
              <a:t>      AgriBot Weather Advisory Dashboard</a:t>
            </a:r>
            <a:endParaRPr lang="en-IN" sz="2800" b="1" dirty="0"/>
          </a:p>
        </p:txBody>
      </p:sp>
      <p:pic>
        <p:nvPicPr>
          <p:cNvPr id="9" name="Picture 8">
            <a:extLst>
              <a:ext uri="{FF2B5EF4-FFF2-40B4-BE49-F238E27FC236}">
                <a16:creationId xmlns:a16="http://schemas.microsoft.com/office/drawing/2014/main" id="{13DF8A64-9394-7176-8DA5-B5A3B2FDA38C}"/>
              </a:ext>
            </a:extLst>
          </p:cNvPr>
          <p:cNvPicPr>
            <a:picLocks noChangeAspect="1"/>
          </p:cNvPicPr>
          <p:nvPr/>
        </p:nvPicPr>
        <p:blipFill>
          <a:blip r:embed="rId3"/>
          <a:srcRect/>
          <a:stretch/>
        </p:blipFill>
        <p:spPr>
          <a:xfrm>
            <a:off x="540774" y="1101213"/>
            <a:ext cx="11366091" cy="5381884"/>
          </a:xfrm>
          <a:prstGeom prst="rect">
            <a:avLst/>
          </a:prstGeom>
        </p:spPr>
      </p:pic>
    </p:spTree>
    <p:extLst>
      <p:ext uri="{BB962C8B-B14F-4D97-AF65-F5344CB8AC3E}">
        <p14:creationId xmlns:p14="http://schemas.microsoft.com/office/powerpoint/2010/main" val="5825489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79BF7-BD95-3DB5-53FE-5BC7E53628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0A3BE-E6D9-FF0F-DAFB-F57148CAE6D3}"/>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917E7140-53DB-90D7-0DA8-28A3245EB11E}"/>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D3D04C4B-3D21-BA83-04E6-2BF3A0F2EB4D}"/>
              </a:ext>
            </a:extLst>
          </p:cNvPr>
          <p:cNvSpPr txBox="1"/>
          <p:nvPr/>
        </p:nvSpPr>
        <p:spPr>
          <a:xfrm>
            <a:off x="182880" y="457200"/>
            <a:ext cx="11832336" cy="523220"/>
          </a:xfrm>
          <a:prstGeom prst="rect">
            <a:avLst/>
          </a:prstGeom>
          <a:noFill/>
        </p:spPr>
        <p:txBody>
          <a:bodyPr wrap="square" rtlCol="0">
            <a:spAutoFit/>
          </a:bodyPr>
          <a:lstStyle/>
          <a:p>
            <a:r>
              <a:rPr lang="en-US" sz="2800" b="1" dirty="0"/>
              <a:t>     AI-Based Soil Analysis &amp; Crop Recommendation</a:t>
            </a:r>
            <a:endParaRPr lang="en-IN" sz="2800" b="1" dirty="0"/>
          </a:p>
        </p:txBody>
      </p:sp>
      <p:pic>
        <p:nvPicPr>
          <p:cNvPr id="6" name="Picture 5">
            <a:extLst>
              <a:ext uri="{FF2B5EF4-FFF2-40B4-BE49-F238E27FC236}">
                <a16:creationId xmlns:a16="http://schemas.microsoft.com/office/drawing/2014/main" id="{F275E9EC-F937-253A-7075-3FD39698204E}"/>
              </a:ext>
            </a:extLst>
          </p:cNvPr>
          <p:cNvPicPr>
            <a:picLocks noChangeAspect="1"/>
          </p:cNvPicPr>
          <p:nvPr/>
        </p:nvPicPr>
        <p:blipFill>
          <a:blip r:embed="rId2"/>
          <a:srcRect/>
          <a:stretch/>
        </p:blipFill>
        <p:spPr>
          <a:xfrm>
            <a:off x="314632" y="1061884"/>
            <a:ext cx="11694488" cy="5486400"/>
          </a:xfrm>
          <a:prstGeom prst="rect">
            <a:avLst/>
          </a:prstGeom>
        </p:spPr>
      </p:pic>
    </p:spTree>
    <p:extLst>
      <p:ext uri="{BB962C8B-B14F-4D97-AF65-F5344CB8AC3E}">
        <p14:creationId xmlns:p14="http://schemas.microsoft.com/office/powerpoint/2010/main" val="29931337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06D9-BA4D-4782-A93F-405D2CFB0C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270B87-3247-C105-2B71-B901890E51CC}"/>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FFDA0B84-40EB-D1CC-2EF3-D9D24B14D938}"/>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3A105F8C-4F8C-4298-E5CC-CB1FECB9F7A7}"/>
              </a:ext>
            </a:extLst>
          </p:cNvPr>
          <p:cNvSpPr txBox="1"/>
          <p:nvPr/>
        </p:nvSpPr>
        <p:spPr>
          <a:xfrm>
            <a:off x="540774" y="457200"/>
            <a:ext cx="11471394" cy="523220"/>
          </a:xfrm>
          <a:prstGeom prst="rect">
            <a:avLst/>
          </a:prstGeom>
          <a:noFill/>
        </p:spPr>
        <p:txBody>
          <a:bodyPr wrap="square" rtlCol="0">
            <a:spAutoFit/>
          </a:bodyPr>
          <a:lstStyle/>
          <a:p>
            <a:r>
              <a:rPr lang="en-US" sz="2800" b="1" dirty="0"/>
              <a:t>AI-Powered Soil Intelligence &amp; Crop Recommendation</a:t>
            </a:r>
            <a:endParaRPr lang="en-IN" sz="2800" b="1" dirty="0"/>
          </a:p>
        </p:txBody>
      </p:sp>
      <p:pic>
        <p:nvPicPr>
          <p:cNvPr id="6" name="Picture 5">
            <a:extLst>
              <a:ext uri="{FF2B5EF4-FFF2-40B4-BE49-F238E27FC236}">
                <a16:creationId xmlns:a16="http://schemas.microsoft.com/office/drawing/2014/main" id="{CF8545EB-BF7E-CEA4-5218-445EF3C59E78}"/>
              </a:ext>
            </a:extLst>
          </p:cNvPr>
          <p:cNvPicPr>
            <a:picLocks noChangeAspect="1"/>
          </p:cNvPicPr>
          <p:nvPr/>
        </p:nvPicPr>
        <p:blipFill>
          <a:blip r:embed="rId2"/>
          <a:srcRect/>
          <a:stretch/>
        </p:blipFill>
        <p:spPr>
          <a:xfrm>
            <a:off x="432619" y="1160206"/>
            <a:ext cx="11375923" cy="5417575"/>
          </a:xfrm>
          <a:prstGeom prst="rect">
            <a:avLst/>
          </a:prstGeom>
        </p:spPr>
      </p:pic>
    </p:spTree>
    <p:extLst>
      <p:ext uri="{BB962C8B-B14F-4D97-AF65-F5344CB8AC3E}">
        <p14:creationId xmlns:p14="http://schemas.microsoft.com/office/powerpoint/2010/main" val="24459236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922283-5D88-06D9-47D3-2976CF8F5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543044-7BB1-ED46-D74F-372FE6AA93BC}"/>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A61633A5-8FD1-C57B-A57B-AED69FD66FCF}"/>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3F9A86A8-427D-587E-94AC-35A05EAED86F}"/>
              </a:ext>
            </a:extLst>
          </p:cNvPr>
          <p:cNvSpPr txBox="1"/>
          <p:nvPr/>
        </p:nvSpPr>
        <p:spPr>
          <a:xfrm>
            <a:off x="831850" y="457200"/>
            <a:ext cx="11183366" cy="523220"/>
          </a:xfrm>
          <a:prstGeom prst="rect">
            <a:avLst/>
          </a:prstGeom>
          <a:noFill/>
        </p:spPr>
        <p:txBody>
          <a:bodyPr wrap="square" rtlCol="0">
            <a:spAutoFit/>
          </a:bodyPr>
          <a:lstStyle/>
          <a:p>
            <a:r>
              <a:rPr lang="en-US" sz="2800" b="1" dirty="0"/>
              <a:t>AI-Powered Crop Recommendation</a:t>
            </a:r>
            <a:endParaRPr lang="en-IN" sz="2800" b="1" dirty="0"/>
          </a:p>
        </p:txBody>
      </p:sp>
      <p:pic>
        <p:nvPicPr>
          <p:cNvPr id="6" name="Picture 5">
            <a:extLst>
              <a:ext uri="{FF2B5EF4-FFF2-40B4-BE49-F238E27FC236}">
                <a16:creationId xmlns:a16="http://schemas.microsoft.com/office/drawing/2014/main" id="{5FFF31A6-34E2-08A8-6344-7EA19B4126A4}"/>
              </a:ext>
            </a:extLst>
          </p:cNvPr>
          <p:cNvPicPr>
            <a:picLocks noChangeAspect="1"/>
          </p:cNvPicPr>
          <p:nvPr/>
        </p:nvPicPr>
        <p:blipFill>
          <a:blip r:embed="rId2"/>
          <a:srcRect/>
          <a:stretch/>
        </p:blipFill>
        <p:spPr>
          <a:xfrm>
            <a:off x="324465" y="1140542"/>
            <a:ext cx="11533238" cy="5260258"/>
          </a:xfrm>
          <a:prstGeom prst="rect">
            <a:avLst/>
          </a:prstGeom>
        </p:spPr>
      </p:pic>
    </p:spTree>
    <p:extLst>
      <p:ext uri="{BB962C8B-B14F-4D97-AF65-F5344CB8AC3E}">
        <p14:creationId xmlns:p14="http://schemas.microsoft.com/office/powerpoint/2010/main" val="23913154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A89129-C3D9-19BC-CCC3-7C9ABF1288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4F6302-8DBC-0886-6589-FAB463F81DCD}"/>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D0408C32-0DF9-0CEE-444A-5ADC4A457B65}"/>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50C187B7-3AF6-9F12-BE50-2B2EB664B79A}"/>
              </a:ext>
            </a:extLst>
          </p:cNvPr>
          <p:cNvSpPr txBox="1"/>
          <p:nvPr/>
        </p:nvSpPr>
        <p:spPr>
          <a:xfrm>
            <a:off x="609600" y="457200"/>
            <a:ext cx="11405616" cy="523220"/>
          </a:xfrm>
          <a:prstGeom prst="rect">
            <a:avLst/>
          </a:prstGeom>
          <a:noFill/>
        </p:spPr>
        <p:txBody>
          <a:bodyPr wrap="square" rtlCol="0">
            <a:spAutoFit/>
          </a:bodyPr>
          <a:lstStyle/>
          <a:p>
            <a:r>
              <a:rPr lang="en-US" sz="2800" b="1" dirty="0"/>
              <a:t>AI-Based Pest &amp; Disease Detection</a:t>
            </a:r>
            <a:endParaRPr lang="en-IN" sz="2800" b="1" dirty="0"/>
          </a:p>
        </p:txBody>
      </p:sp>
      <p:pic>
        <p:nvPicPr>
          <p:cNvPr id="6" name="Picture 5">
            <a:extLst>
              <a:ext uri="{FF2B5EF4-FFF2-40B4-BE49-F238E27FC236}">
                <a16:creationId xmlns:a16="http://schemas.microsoft.com/office/drawing/2014/main" id="{99DEF1D1-0A07-EB94-B1FB-4D546DAA5A4C}"/>
              </a:ext>
            </a:extLst>
          </p:cNvPr>
          <p:cNvPicPr>
            <a:picLocks noChangeAspect="1"/>
          </p:cNvPicPr>
          <p:nvPr/>
        </p:nvPicPr>
        <p:blipFill>
          <a:blip r:embed="rId2"/>
          <a:srcRect/>
          <a:stretch/>
        </p:blipFill>
        <p:spPr>
          <a:xfrm>
            <a:off x="393289" y="1140542"/>
            <a:ext cx="11405615" cy="5397910"/>
          </a:xfrm>
          <a:prstGeom prst="rect">
            <a:avLst/>
          </a:prstGeom>
        </p:spPr>
      </p:pic>
    </p:spTree>
    <p:extLst>
      <p:ext uri="{BB962C8B-B14F-4D97-AF65-F5344CB8AC3E}">
        <p14:creationId xmlns:p14="http://schemas.microsoft.com/office/powerpoint/2010/main" val="28165515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CCCF0-3080-E54A-6CCB-4101F5CDBA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B2221C-AAD7-B081-96A1-0C0038BC8694}"/>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985CB3DA-BDE0-7363-38B7-E923CA3D9C28}"/>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5E127D74-2AA9-F55A-55CD-09282C0652E9}"/>
              </a:ext>
            </a:extLst>
          </p:cNvPr>
          <p:cNvSpPr txBox="1"/>
          <p:nvPr/>
        </p:nvSpPr>
        <p:spPr>
          <a:xfrm>
            <a:off x="609600" y="457200"/>
            <a:ext cx="11405616" cy="523220"/>
          </a:xfrm>
          <a:prstGeom prst="rect">
            <a:avLst/>
          </a:prstGeom>
          <a:noFill/>
        </p:spPr>
        <p:txBody>
          <a:bodyPr wrap="square" rtlCol="0">
            <a:spAutoFit/>
          </a:bodyPr>
          <a:lstStyle/>
          <a:p>
            <a:r>
              <a:rPr lang="en-US" sz="2800" b="1" dirty="0"/>
              <a:t>AI-Powered Market Price Analysis</a:t>
            </a:r>
            <a:endParaRPr lang="en-IN" sz="2800" b="1" dirty="0"/>
          </a:p>
        </p:txBody>
      </p:sp>
      <p:pic>
        <p:nvPicPr>
          <p:cNvPr id="6" name="Picture 5">
            <a:extLst>
              <a:ext uri="{FF2B5EF4-FFF2-40B4-BE49-F238E27FC236}">
                <a16:creationId xmlns:a16="http://schemas.microsoft.com/office/drawing/2014/main" id="{D81EF9A9-58C9-2E71-B31B-4E47D2347C87}"/>
              </a:ext>
            </a:extLst>
          </p:cNvPr>
          <p:cNvPicPr>
            <a:picLocks noChangeAspect="1"/>
          </p:cNvPicPr>
          <p:nvPr/>
        </p:nvPicPr>
        <p:blipFill>
          <a:blip r:embed="rId2"/>
          <a:srcRect/>
          <a:stretch/>
        </p:blipFill>
        <p:spPr>
          <a:xfrm>
            <a:off x="471948" y="1268361"/>
            <a:ext cx="11218607" cy="5230762"/>
          </a:xfrm>
          <a:prstGeom prst="rect">
            <a:avLst/>
          </a:prstGeom>
        </p:spPr>
      </p:pic>
    </p:spTree>
    <p:extLst>
      <p:ext uri="{BB962C8B-B14F-4D97-AF65-F5344CB8AC3E}">
        <p14:creationId xmlns:p14="http://schemas.microsoft.com/office/powerpoint/2010/main" val="3605514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E945F-C1BF-F632-3A3D-54B38A8C8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3DF010-62AE-6240-223F-771FF4878468}"/>
              </a:ext>
            </a:extLst>
          </p:cNvPr>
          <p:cNvSpPr>
            <a:spLocks noGrp="1"/>
          </p:cNvSpPr>
          <p:nvPr>
            <p:ph type="title"/>
          </p:nvPr>
        </p:nvSpPr>
        <p:spPr/>
        <p:txBody>
          <a:bodyPr/>
          <a:lstStyle/>
          <a:p>
            <a:endParaRPr lang="en-IN" dirty="0"/>
          </a:p>
        </p:txBody>
      </p:sp>
      <p:sp>
        <p:nvSpPr>
          <p:cNvPr id="3" name="Text Placeholder 2">
            <a:extLst>
              <a:ext uri="{FF2B5EF4-FFF2-40B4-BE49-F238E27FC236}">
                <a16:creationId xmlns:a16="http://schemas.microsoft.com/office/drawing/2014/main" id="{ECA9C191-8D9A-9988-AC5F-5804FCF7EF9B}"/>
              </a:ext>
            </a:extLst>
          </p:cNvPr>
          <p:cNvSpPr>
            <a:spLocks noGrp="1"/>
          </p:cNvSpPr>
          <p:nvPr>
            <p:ph type="body" idx="1"/>
          </p:nvPr>
        </p:nvSpPr>
        <p:spPr/>
        <p:txBody>
          <a:bodyPr/>
          <a:lstStyle/>
          <a:p>
            <a:endParaRPr lang="en-IN" dirty="0"/>
          </a:p>
        </p:txBody>
      </p:sp>
      <p:sp>
        <p:nvSpPr>
          <p:cNvPr id="7" name="TextBox 6">
            <a:extLst>
              <a:ext uri="{FF2B5EF4-FFF2-40B4-BE49-F238E27FC236}">
                <a16:creationId xmlns:a16="http://schemas.microsoft.com/office/drawing/2014/main" id="{32AD68D8-50D8-1E7C-70C5-CC08F8407485}"/>
              </a:ext>
            </a:extLst>
          </p:cNvPr>
          <p:cNvSpPr txBox="1"/>
          <p:nvPr/>
        </p:nvSpPr>
        <p:spPr>
          <a:xfrm>
            <a:off x="403122" y="457200"/>
            <a:ext cx="11612093" cy="523220"/>
          </a:xfrm>
          <a:prstGeom prst="rect">
            <a:avLst/>
          </a:prstGeom>
          <a:noFill/>
        </p:spPr>
        <p:txBody>
          <a:bodyPr wrap="square" rtlCol="0">
            <a:spAutoFit/>
          </a:bodyPr>
          <a:lstStyle/>
          <a:p>
            <a:r>
              <a:rPr lang="en-US" sz="2800" b="1" dirty="0"/>
              <a:t>RAG-Based Agricultural Knowledge Base</a:t>
            </a:r>
            <a:endParaRPr lang="en-IN" sz="2800" b="1" dirty="0"/>
          </a:p>
        </p:txBody>
      </p:sp>
      <p:pic>
        <p:nvPicPr>
          <p:cNvPr id="6" name="Picture 5">
            <a:extLst>
              <a:ext uri="{FF2B5EF4-FFF2-40B4-BE49-F238E27FC236}">
                <a16:creationId xmlns:a16="http://schemas.microsoft.com/office/drawing/2014/main" id="{7D726D17-A17B-F0D6-94EA-DC07A1BDA327}"/>
              </a:ext>
            </a:extLst>
          </p:cNvPr>
          <p:cNvPicPr>
            <a:picLocks noChangeAspect="1"/>
          </p:cNvPicPr>
          <p:nvPr/>
        </p:nvPicPr>
        <p:blipFill>
          <a:blip r:embed="rId2"/>
          <a:srcRect/>
          <a:stretch/>
        </p:blipFill>
        <p:spPr>
          <a:xfrm>
            <a:off x="403123" y="1170039"/>
            <a:ext cx="11356257" cy="5427406"/>
          </a:xfrm>
          <a:prstGeom prst="rect">
            <a:avLst/>
          </a:prstGeom>
        </p:spPr>
      </p:pic>
    </p:spTree>
    <p:extLst>
      <p:ext uri="{BB962C8B-B14F-4D97-AF65-F5344CB8AC3E}">
        <p14:creationId xmlns:p14="http://schemas.microsoft.com/office/powerpoint/2010/main" val="424046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5F0EE-D16C-29E9-F87E-DFEB756787F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E3AE79F3-374F-1FC7-48C8-AB4050EA932D}"/>
              </a:ext>
            </a:extLst>
          </p:cNvPr>
          <p:cNvSpPr>
            <a:spLocks noGrp="1"/>
          </p:cNvSpPr>
          <p:nvPr>
            <p:ph type="body" idx="1"/>
          </p:nvPr>
        </p:nvSpPr>
        <p:spPr/>
        <p:txBody>
          <a:bodyPr/>
          <a:lstStyle/>
          <a:p>
            <a:endParaRPr lang="en-IN"/>
          </a:p>
        </p:txBody>
      </p:sp>
      <p:sp>
        <p:nvSpPr>
          <p:cNvPr id="7" name="TextBox 6">
            <a:extLst>
              <a:ext uri="{FF2B5EF4-FFF2-40B4-BE49-F238E27FC236}">
                <a16:creationId xmlns:a16="http://schemas.microsoft.com/office/drawing/2014/main" id="{A2449F49-ECFE-B540-CBFF-8A3F26BD2143}"/>
              </a:ext>
            </a:extLst>
          </p:cNvPr>
          <p:cNvSpPr txBox="1"/>
          <p:nvPr/>
        </p:nvSpPr>
        <p:spPr>
          <a:xfrm>
            <a:off x="658760" y="457200"/>
            <a:ext cx="11145889" cy="523220"/>
          </a:xfrm>
          <a:prstGeom prst="rect">
            <a:avLst/>
          </a:prstGeom>
          <a:noFill/>
        </p:spPr>
        <p:txBody>
          <a:bodyPr wrap="square" rtlCol="0">
            <a:spAutoFit/>
          </a:bodyPr>
          <a:lstStyle/>
          <a:p>
            <a:r>
              <a:rPr lang="en-IN" sz="2800" b="1" dirty="0"/>
              <a:t>AI Agent for Smart Farming Advice</a:t>
            </a:r>
          </a:p>
        </p:txBody>
      </p:sp>
      <p:pic>
        <p:nvPicPr>
          <p:cNvPr id="6" name="Picture 5">
            <a:extLst>
              <a:ext uri="{FF2B5EF4-FFF2-40B4-BE49-F238E27FC236}">
                <a16:creationId xmlns:a16="http://schemas.microsoft.com/office/drawing/2014/main" id="{C06C79ED-3E10-2AAF-4FDF-95D6BD7BB939}"/>
              </a:ext>
            </a:extLst>
          </p:cNvPr>
          <p:cNvPicPr>
            <a:picLocks noChangeAspect="1"/>
          </p:cNvPicPr>
          <p:nvPr/>
        </p:nvPicPr>
        <p:blipFill>
          <a:blip r:embed="rId3"/>
          <a:srcRect/>
          <a:stretch/>
        </p:blipFill>
        <p:spPr>
          <a:xfrm>
            <a:off x="530942" y="1150374"/>
            <a:ext cx="10933471" cy="5250425"/>
          </a:xfrm>
          <a:prstGeom prst="rect">
            <a:avLst/>
          </a:prstGeom>
        </p:spPr>
      </p:pic>
    </p:spTree>
    <p:extLst>
      <p:ext uri="{BB962C8B-B14F-4D97-AF65-F5344CB8AC3E}">
        <p14:creationId xmlns:p14="http://schemas.microsoft.com/office/powerpoint/2010/main" val="424068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 for IBM bob:</a:t>
            </a:r>
            <a:endParaRPr lang="en-US" sz="2400" dirty="0"/>
          </a:p>
        </p:txBody>
      </p:sp>
      <p:pic>
        <p:nvPicPr>
          <p:cNvPr id="6" name="Picture 5">
            <a:extLst>
              <a:ext uri="{FF2B5EF4-FFF2-40B4-BE49-F238E27FC236}">
                <a16:creationId xmlns:a16="http://schemas.microsoft.com/office/drawing/2014/main" id="{3DBCACB8-C48B-9E18-F04F-655B36092DAE}"/>
              </a:ext>
            </a:extLst>
          </p:cNvPr>
          <p:cNvPicPr>
            <a:picLocks noChangeAspect="1"/>
          </p:cNvPicPr>
          <p:nvPr/>
        </p:nvPicPr>
        <p:blipFill>
          <a:blip r:embed="rId3"/>
          <a:srcRect/>
          <a:stretch/>
        </p:blipFill>
        <p:spPr>
          <a:xfrm>
            <a:off x="1229032" y="983226"/>
            <a:ext cx="9733936" cy="5298593"/>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801314"/>
          </a:xfrm>
          <a:prstGeom prst="rect">
            <a:avLst/>
          </a:prstGeom>
          <a:noFill/>
        </p:spPr>
        <p:txBody>
          <a:bodyPr wrap="square" rtlCol="0">
            <a:spAutoFit/>
          </a:bodyPr>
          <a:lstStyle/>
          <a:p>
            <a:r>
              <a:rPr lang="en-US" sz="1800" dirty="0"/>
              <a:t>Agentic AI enables </a:t>
            </a:r>
            <a:r>
              <a:rPr lang="en-US" sz="1800" b="1" dirty="0"/>
              <a:t>AgriBot</a:t>
            </a:r>
            <a:r>
              <a:rPr lang="en-US" sz="1800" dirty="0"/>
              <a:t> to autonomously understand farmer queries, retrieve trusted agricultural knowledge using </a:t>
            </a:r>
            <a:r>
              <a:rPr lang="en-US" sz="1800" b="1" dirty="0"/>
              <a:t>RAG</a:t>
            </a:r>
            <a:r>
              <a:rPr lang="en-US" sz="1800" dirty="0"/>
              <a:t>, and generate personalized recommendations with </a:t>
            </a:r>
            <a:r>
              <a:rPr lang="en-US" sz="1800" b="1" dirty="0"/>
              <a:t>IBM Granite Models</a:t>
            </a:r>
            <a:r>
              <a:rPr lang="en-US" sz="1800" dirty="0"/>
              <a:t>.</a:t>
            </a:r>
          </a:p>
          <a:p>
            <a:r>
              <a:rPr lang="en-US" sz="1800" dirty="0"/>
              <a:t>The AI agent performs multiple intelligent tasks, including:</a:t>
            </a:r>
          </a:p>
          <a:p>
            <a:pPr marL="285750" indent="-285750">
              <a:buFont typeface="Arial" panose="020B0604020202020204" pitchFamily="34" charset="0"/>
              <a:buChar char="•"/>
            </a:pPr>
            <a:r>
              <a:rPr lang="en-US" sz="1800" dirty="0"/>
              <a:t>Recommends suitable crops based on soil type, season, and location. </a:t>
            </a:r>
          </a:p>
          <a:p>
            <a:pPr marL="285750" indent="-285750">
              <a:buFont typeface="Arial" panose="020B0604020202020204" pitchFamily="34" charset="0"/>
              <a:buChar char="•"/>
            </a:pPr>
            <a:r>
              <a:rPr lang="en-US" sz="1800" dirty="0"/>
              <a:t>Analyzes soil data and uploaded soil images to estimate soil health. </a:t>
            </a:r>
          </a:p>
          <a:p>
            <a:pPr marL="285750" indent="-285750">
              <a:buFont typeface="Arial" panose="020B0604020202020204" pitchFamily="34" charset="0"/>
              <a:buChar char="•"/>
            </a:pPr>
            <a:r>
              <a:rPr lang="en-US" sz="1800" dirty="0"/>
              <a:t>Detects crop pests and diseases and suggests appropriate treatments. </a:t>
            </a:r>
          </a:p>
          <a:p>
            <a:pPr marL="285750" indent="-285750">
              <a:buFont typeface="Arial" panose="020B0604020202020204" pitchFamily="34" charset="0"/>
              <a:buChar char="•"/>
            </a:pPr>
            <a:r>
              <a:rPr lang="en-US" sz="1800" dirty="0"/>
              <a:t>Provides weather-based farming advice and sowing recommendations. </a:t>
            </a:r>
          </a:p>
          <a:p>
            <a:pPr marL="285750" indent="-285750">
              <a:buFont typeface="Arial" panose="020B0604020202020204" pitchFamily="34" charset="0"/>
              <a:buChar char="•"/>
            </a:pPr>
            <a:r>
              <a:rPr lang="en-US" sz="1800" dirty="0"/>
              <a:t>Retrieves market prices to help farmers make better selling decisions. </a:t>
            </a:r>
          </a:p>
          <a:p>
            <a:pPr marL="285750" indent="-285750">
              <a:buFont typeface="Arial" panose="020B0604020202020204" pitchFamily="34" charset="0"/>
              <a:buChar char="•"/>
            </a:pPr>
            <a:r>
              <a:rPr lang="en-US" sz="1800" dirty="0"/>
              <a:t>Uses RAG to search agricultural documents and deliver reliable, context-aware answers. </a:t>
            </a:r>
          </a:p>
          <a:p>
            <a:pPr marL="285750" indent="-285750">
              <a:buFont typeface="Arial" panose="020B0604020202020204" pitchFamily="34" charset="0"/>
              <a:buChar char="•"/>
            </a:pPr>
            <a:r>
              <a:rPr lang="en-US" sz="1800" dirty="0"/>
              <a:t>Supports sustainable farming through fertilizer, irrigation, and organic farming recommendations.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62979"/>
          </a:xfrm>
          <a:prstGeom prst="rect">
            <a:avLst/>
          </a:prstGeom>
          <a:noFill/>
        </p:spPr>
        <p:txBody>
          <a:bodyPr wrap="square" rtlCol="0">
            <a:spAutoFit/>
          </a:bodyPr>
          <a:lstStyle/>
          <a:p>
            <a:pPr marL="285750" indent="-285750">
              <a:buFont typeface="Arial" panose="020B0604020202020204" pitchFamily="34" charset="0"/>
              <a:buChar char="•"/>
            </a:pPr>
            <a:r>
              <a:rPr lang="en-US" sz="1600" b="1" dirty="0"/>
              <a:t>AI-Powered Smart Farming Assistant</a:t>
            </a:r>
            <a:r>
              <a:rPr lang="en-US" sz="1600" dirty="0"/>
              <a:t> using IBM watsonx.ai &amp; Granite Models.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RAG-Based Knowledge Retrieval</a:t>
            </a:r>
            <a:r>
              <a:rPr lang="en-US" sz="1600" dirty="0"/>
              <a:t> for trusted and context-aware agricultural guidance.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Soil Image + Location-Based Crop Recommendation</a:t>
            </a:r>
            <a:r>
              <a:rPr lang="en-US" sz="1600" dirty="0"/>
              <a:t> – Farmers upload a soil image and provide their location (State/District); the AI estimates soil characteristics and recommends suitable crops, fertilizers, irrigation methods, and organic farming practices.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Personalized Crop Recommendation</a:t>
            </a:r>
            <a:r>
              <a:rPr lang="en-US" sz="1600" dirty="0"/>
              <a:t> based on soil type, season, weather, and regional conditions.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AI Soil Intelligence</a:t>
            </a:r>
            <a:r>
              <a:rPr lang="en-US" sz="1600" dirty="0"/>
              <a:t> with soil health analysis and fertilizer suggestions.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AI-Based Pest &amp; Disease Detection</a:t>
            </a:r>
            <a:r>
              <a:rPr lang="en-US" sz="1600" dirty="0"/>
              <a:t> with treatment and prevention recommendations.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Weather-Based Farming Advisory</a:t>
            </a:r>
            <a:r>
              <a:rPr lang="en-US" sz="1600" dirty="0"/>
              <a:t> for sowing and irrigation planning.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Real-Time Market Price Dashboard</a:t>
            </a:r>
            <a:r>
              <a:rPr lang="en-US" sz="1600" dirty="0"/>
              <a:t> for better selling decisions.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Responsive AI Dashboard</a:t>
            </a:r>
            <a:r>
              <a:rPr lang="en-US" sz="1600" dirty="0"/>
              <a:t> with multilingual chat support and an easy-to-use interface. </a:t>
            </a:r>
          </a:p>
          <a:p>
            <a:pPr marL="285750" indent="-285750">
              <a:buFont typeface="Arial" panose="020B0604020202020204" pitchFamily="34" charset="0"/>
              <a:buChar char="•"/>
            </a:pPr>
            <a:endParaRPr lang="en-US" sz="1600" dirty="0"/>
          </a:p>
          <a:p>
            <a:pPr marL="285750" indent="-285750">
              <a:buFont typeface="Arial" panose="020B0604020202020204" pitchFamily="34" charset="0"/>
              <a:buChar char="•"/>
            </a:pPr>
            <a:r>
              <a:rPr lang="en-US" sz="1600" b="1" dirty="0"/>
              <a:t>Powered by IBM Cloud Lite, IBM Granite &amp; watsonx.ai</a:t>
            </a:r>
            <a:r>
              <a:rPr lang="en-US" sz="1600" dirty="0"/>
              <a:t> for secure and scalable AI services.</a:t>
            </a:r>
            <a:endParaRPr lang="en-IN" sz="1600" dirty="0"/>
          </a:p>
        </p:txBody>
      </p:sp>
    </p:spTree>
    <p:extLst>
      <p:ext uri="{BB962C8B-B14F-4D97-AF65-F5344CB8AC3E}">
        <p14:creationId xmlns:p14="http://schemas.microsoft.com/office/powerpoint/2010/main" val="917964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694944" y="1153712"/>
            <a:ext cx="973836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1850" b="0" i="0" u="none" strike="noStrike" cap="none" dirty="0">
              <a:solidFill>
                <a:srgbClr val="2B3541"/>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1810CD56-B441-0C05-CADF-4C9A7439C3CC}"/>
              </a:ext>
            </a:extLst>
          </p:cNvPr>
          <p:cNvSpPr txBox="1"/>
          <p:nvPr/>
        </p:nvSpPr>
        <p:spPr>
          <a:xfrm>
            <a:off x="1044988" y="1696488"/>
            <a:ext cx="6517100" cy="1384995"/>
          </a:xfrm>
          <a:prstGeom prst="rect">
            <a:avLst/>
          </a:prstGeom>
          <a:noFill/>
        </p:spPr>
        <p:txBody>
          <a:bodyPr wrap="square" rtlCol="0">
            <a:spAutoFit/>
          </a:bodyPr>
          <a:lstStyle/>
          <a:p>
            <a:endParaRPr lang="en-IN" dirty="0"/>
          </a:p>
          <a:p>
            <a:r>
              <a:rPr lang="en-IN" dirty="0">
                <a:hlinkClick r:id="rId3"/>
              </a:rPr>
              <a:t>https://github.com/Revathimerugu30/AI-Agent-for-Smart-Farming-Advice</a:t>
            </a:r>
            <a:endParaRPr lang="en-IN" dirty="0"/>
          </a:p>
          <a:p>
            <a:r>
              <a:rPr lang="en-IN" dirty="0"/>
              <a:t>1. Generative AI in Action </a:t>
            </a:r>
            <a:r>
              <a:rPr lang="en-IN" dirty="0" err="1"/>
              <a:t>Credly</a:t>
            </a:r>
            <a:r>
              <a:rPr lang="en-IN" dirty="0"/>
              <a:t> Certificate</a:t>
            </a:r>
          </a:p>
          <a:p>
            <a:r>
              <a:rPr lang="en-IN" dirty="0"/>
              <a:t>2. IBM BOB Certificate</a:t>
            </a:r>
          </a:p>
          <a:p>
            <a:r>
              <a:rPr lang="en-IN" dirty="0"/>
              <a:t>3. PPT</a:t>
            </a:r>
          </a:p>
          <a:p>
            <a:r>
              <a:rPr lang="en-IN" dirty="0"/>
              <a:t>4. Problem Statement</a:t>
            </a:r>
          </a:p>
        </p:txBody>
      </p:sp>
    </p:spTree>
    <p:extLst>
      <p:ext uri="{BB962C8B-B14F-4D97-AF65-F5344CB8AC3E}">
        <p14:creationId xmlns:p14="http://schemas.microsoft.com/office/powerpoint/2010/main" val="26058519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lang="en-US" sz="2400" b="1" dirty="0">
              <a:sym typeface="Times New Roman"/>
            </a:endParaRPr>
          </a:p>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3" name="TextBox 2">
            <a:extLst>
              <a:ext uri="{FF2B5EF4-FFF2-40B4-BE49-F238E27FC236}">
                <a16:creationId xmlns:a16="http://schemas.microsoft.com/office/drawing/2014/main" id="{76C399AE-CB8B-946D-65A4-1C82BCA66C05}"/>
              </a:ext>
            </a:extLst>
          </p:cNvPr>
          <p:cNvSpPr txBox="1"/>
          <p:nvPr/>
        </p:nvSpPr>
        <p:spPr>
          <a:xfrm>
            <a:off x="886968" y="1776151"/>
            <a:ext cx="8254746" cy="3970318"/>
          </a:xfrm>
          <a:prstGeom prst="rect">
            <a:avLst/>
          </a:prstGeom>
          <a:noFill/>
        </p:spPr>
        <p:txBody>
          <a:bodyPr wrap="square">
            <a:spAutoFit/>
          </a:bodyPr>
          <a:lstStyle/>
          <a:p>
            <a:pPr marL="285750" indent="-285750">
              <a:buFont typeface="Arial" panose="020B0604020202020204" pitchFamily="34" charset="0"/>
              <a:buChar char="•"/>
            </a:pPr>
            <a:r>
              <a:rPr lang="en-US" sz="1800" dirty="0"/>
              <a:t>Integration with </a:t>
            </a:r>
            <a:r>
              <a:rPr lang="en-US" sz="1800" b="1" dirty="0"/>
              <a:t>real-time satellite imagery</a:t>
            </a:r>
            <a:r>
              <a:rPr lang="en-US" sz="1800" dirty="0"/>
              <a:t> for crop monitoring.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Support for </a:t>
            </a:r>
            <a:r>
              <a:rPr lang="en-US" sz="1800" b="1" dirty="0"/>
              <a:t>IoT sensors</a:t>
            </a:r>
            <a:r>
              <a:rPr lang="en-US" sz="1800" dirty="0"/>
              <a:t> to monitor soil moisture, temperature, and humidity.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Drone-based crop health monitoring</a:t>
            </a:r>
            <a:r>
              <a:rPr lang="en-US" sz="1800" dirty="0"/>
              <a:t> for large-scale farms. </a:t>
            </a:r>
          </a:p>
          <a:p>
            <a:endParaRPr lang="en-US" sz="1800" b="1" dirty="0"/>
          </a:p>
          <a:p>
            <a:pPr marL="285750" indent="-285750">
              <a:buFont typeface="Arial" panose="020B0604020202020204" pitchFamily="34" charset="0"/>
              <a:buChar char="•"/>
            </a:pPr>
            <a:r>
              <a:rPr lang="en-US" sz="1800" b="1" dirty="0"/>
              <a:t>Voice-enabled multilingual assistant</a:t>
            </a:r>
            <a:r>
              <a:rPr lang="en-US" sz="1800" dirty="0"/>
              <a:t> for regional language support.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Government scheme </a:t>
            </a:r>
            <a:r>
              <a:rPr lang="en-US" sz="1800" dirty="0"/>
              <a:t>and subsidy recommendations. </a:t>
            </a: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t>Smart irrigation recommendations</a:t>
            </a:r>
            <a:r>
              <a:rPr lang="en-US" sz="1800" dirty="0"/>
              <a:t> for efficient water management.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Development of an </a:t>
            </a:r>
            <a:r>
              <a:rPr lang="en-US" sz="1800" b="1" dirty="0"/>
              <a:t>Android/iOS mobile application</a:t>
            </a:r>
            <a:r>
              <a:rPr lang="en-US" sz="1800" dirty="0"/>
              <a:t> with offline support.</a:t>
            </a:r>
          </a:p>
          <a:p>
            <a:pPr marL="285750" indent="-285750">
              <a:buFont typeface="Arial" panose="020B0604020202020204" pitchFamily="34" charset="0"/>
              <a:buChar char="•"/>
            </a:pPr>
            <a:endParaRPr lang="en-US" sz="1800" dirty="0"/>
          </a:p>
        </p:txBody>
      </p:sp>
    </p:spTree>
    <p:extLst>
      <p:ext uri="{BB962C8B-B14F-4D97-AF65-F5344CB8AC3E}">
        <p14:creationId xmlns:p14="http://schemas.microsoft.com/office/powerpoint/2010/main" val="21367067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3578712" y="207380"/>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dirty="0"/>
              <a:t>Please  add your </a:t>
            </a:r>
            <a:r>
              <a:rPr lang="en-US" sz="2800" b="1" dirty="0" err="1"/>
              <a:t>credly</a:t>
            </a:r>
            <a:r>
              <a:rPr lang="en-US" sz="2800" b="1" dirty="0"/>
              <a:t> certificate </a:t>
            </a:r>
          </a:p>
        </p:txBody>
      </p:sp>
      <p:pic>
        <p:nvPicPr>
          <p:cNvPr id="4" name="Picture 3">
            <a:extLst>
              <a:ext uri="{FF2B5EF4-FFF2-40B4-BE49-F238E27FC236}">
                <a16:creationId xmlns:a16="http://schemas.microsoft.com/office/drawing/2014/main" id="{270A7888-238B-D9E7-94A6-A889CBF1F804}"/>
              </a:ext>
            </a:extLst>
          </p:cNvPr>
          <p:cNvPicPr>
            <a:picLocks noChangeAspect="1"/>
          </p:cNvPicPr>
          <p:nvPr/>
        </p:nvPicPr>
        <p:blipFill>
          <a:blip r:embed="rId2"/>
          <a:srcRect/>
          <a:stretch/>
        </p:blipFill>
        <p:spPr>
          <a:xfrm>
            <a:off x="1356852" y="893632"/>
            <a:ext cx="9144000" cy="5438342"/>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3477787" y="226391"/>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Add your IBM BOB Certificate</a:t>
            </a:r>
          </a:p>
        </p:txBody>
      </p:sp>
      <p:pic>
        <p:nvPicPr>
          <p:cNvPr id="7" name="Picture 6">
            <a:extLst>
              <a:ext uri="{FF2B5EF4-FFF2-40B4-BE49-F238E27FC236}">
                <a16:creationId xmlns:a16="http://schemas.microsoft.com/office/drawing/2014/main" id="{EA8EAF8B-7251-8F95-608E-14030F4BFE55}"/>
              </a:ext>
            </a:extLst>
          </p:cNvPr>
          <p:cNvPicPr>
            <a:picLocks noChangeAspect="1"/>
          </p:cNvPicPr>
          <p:nvPr/>
        </p:nvPicPr>
        <p:blipFill>
          <a:blip r:embed="rId2"/>
          <a:srcRect/>
          <a:stretch/>
        </p:blipFill>
        <p:spPr>
          <a:xfrm>
            <a:off x="757085" y="813816"/>
            <a:ext cx="10402528" cy="581779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6F15AE-F237-840F-302E-8109422FCE2B}"/>
              </a:ext>
            </a:extLst>
          </p:cNvPr>
          <p:cNvSpPr>
            <a:spLocks noGrp="1"/>
          </p:cNvSpPr>
          <p:nvPr>
            <p:ph type="title"/>
          </p:nvPr>
        </p:nvSpPr>
        <p:spPr>
          <a:xfrm>
            <a:off x="767842" y="365761"/>
            <a:ext cx="10515600" cy="950976"/>
          </a:xfrm>
        </p:spPr>
        <p:txBody>
          <a:bodyPr/>
          <a:lstStyle/>
          <a:p>
            <a:r>
              <a:rPr lang="en-US" dirty="0"/>
              <a:t>IBM SKILLSBUILD PROFILE</a:t>
            </a:r>
            <a:endParaRPr lang="en-IN" dirty="0"/>
          </a:p>
        </p:txBody>
      </p:sp>
      <p:sp>
        <p:nvSpPr>
          <p:cNvPr id="3" name="Text Placeholder 2">
            <a:extLst>
              <a:ext uri="{FF2B5EF4-FFF2-40B4-BE49-F238E27FC236}">
                <a16:creationId xmlns:a16="http://schemas.microsoft.com/office/drawing/2014/main" id="{61DCB416-64DA-0109-C3AF-03610B74BC17}"/>
              </a:ext>
            </a:extLst>
          </p:cNvPr>
          <p:cNvSpPr>
            <a:spLocks noGrp="1"/>
          </p:cNvSpPr>
          <p:nvPr>
            <p:ph type="body" idx="1"/>
          </p:nvPr>
        </p:nvSpPr>
        <p:spPr/>
        <p:txBody>
          <a:bodyPr/>
          <a:lstStyle/>
          <a:p>
            <a:endParaRPr lang="en-IN"/>
          </a:p>
        </p:txBody>
      </p:sp>
      <p:pic>
        <p:nvPicPr>
          <p:cNvPr id="5" name="Picture 4">
            <a:extLst>
              <a:ext uri="{FF2B5EF4-FFF2-40B4-BE49-F238E27FC236}">
                <a16:creationId xmlns:a16="http://schemas.microsoft.com/office/drawing/2014/main" id="{C8B21B97-BD55-BDB5-B81E-CF8AB90D5A44}"/>
              </a:ext>
            </a:extLst>
          </p:cNvPr>
          <p:cNvPicPr>
            <a:picLocks noChangeAspect="1"/>
          </p:cNvPicPr>
          <p:nvPr/>
        </p:nvPicPr>
        <p:blipFill>
          <a:blip r:embed="rId2"/>
          <a:srcRect/>
          <a:stretch/>
        </p:blipFill>
        <p:spPr>
          <a:xfrm>
            <a:off x="609600" y="1425677"/>
            <a:ext cx="10972800" cy="5135402"/>
          </a:xfrm>
          <a:prstGeom prst="rect">
            <a:avLst/>
          </a:prstGeom>
        </p:spPr>
      </p:pic>
    </p:spTree>
    <p:extLst>
      <p:ext uri="{BB962C8B-B14F-4D97-AF65-F5344CB8AC3E}">
        <p14:creationId xmlns:p14="http://schemas.microsoft.com/office/powerpoint/2010/main" val="7949918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81158"/>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754</TotalTime>
  <Words>1000</Words>
  <Application>Microsoft Office PowerPoint</Application>
  <PresentationFormat>Widescreen</PresentationFormat>
  <Paragraphs>163</Paragraphs>
  <Slides>27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IBM SKILLSBUILD PROFILE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revathi merugu</cp:lastModifiedBy>
  <cp:revision>41</cp:revision>
  <dcterms:created xsi:type="dcterms:W3CDTF">2025-07-08T05:06:56Z</dcterms:created>
  <dcterms:modified xsi:type="dcterms:W3CDTF">2026-07-08T15:30:48Z</dcterms:modified>
</cp:coreProperties>
</file>